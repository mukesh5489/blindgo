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2" r:id="rId1"/>
  </p:sldMasterIdLst>
  <p:sldIdLst>
    <p:sldId id="268" r:id="rId2"/>
    <p:sldId id="257" r:id="rId3"/>
    <p:sldId id="258" r:id="rId4"/>
    <p:sldId id="259" r:id="rId5"/>
    <p:sldId id="260" r:id="rId6"/>
    <p:sldId id="261" r:id="rId7"/>
    <p:sldId id="262" r:id="rId8"/>
    <p:sldId id="263" r:id="rId9"/>
    <p:sldId id="267" r:id="rId10"/>
    <p:sldId id="266" r:id="rId11"/>
  </p:sldIdLst>
  <p:sldSz cx="18288000" cy="10287000"/>
  <p:notesSz cx="6858000" cy="9144000"/>
  <p:embeddedFontLst>
    <p:embeddedFont>
      <p:font typeface="TAN Nimbus" charset="0"/>
      <p:regular r:id="rId12"/>
    </p:embeddedFont>
    <p:embeddedFont>
      <p:font typeface="Times New Roman Bold" panose="02020803070505020304" pitchFamily="18" charset="0"/>
      <p:regular r:id="rId13"/>
      <p:bold r:id="rId1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4B6D4D-3D70-452C-A440-0B79F8F6005C}" v="586" dt="2025-04-18T09:17:42.9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DV 36" userId="9d2d4dde673e16a4" providerId="LiveId" clId="{CC4B6D4D-3D70-452C-A440-0B79F8F6005C}"/>
    <pc:docChg chg="undo redo custSel delSld modSld sldOrd">
      <pc:chgData name="RDV 36" userId="9d2d4dde673e16a4" providerId="LiveId" clId="{CC4B6D4D-3D70-452C-A440-0B79F8F6005C}" dt="2025-04-18T09:18:29.924" v="1144" actId="1076"/>
      <pc:docMkLst>
        <pc:docMk/>
      </pc:docMkLst>
      <pc:sldChg chg="addSp delSp modSp mod modAnim">
        <pc:chgData name="RDV 36" userId="9d2d4dde673e16a4" providerId="LiveId" clId="{CC4B6D4D-3D70-452C-A440-0B79F8F6005C}" dt="2025-04-18T08:57:05.180" v="859" actId="1076"/>
        <pc:sldMkLst>
          <pc:docMk/>
          <pc:sldMk cId="0" sldId="256"/>
        </pc:sldMkLst>
        <pc:spChg chg="mod">
          <ac:chgData name="RDV 36" userId="9d2d4dde673e16a4" providerId="LiveId" clId="{CC4B6D4D-3D70-452C-A440-0B79F8F6005C}" dt="2025-04-18T07:14:04.680" v="111" actId="1076"/>
          <ac:spMkLst>
            <pc:docMk/>
            <pc:sldMk cId="0" sldId="256"/>
            <ac:spMk id="2" creationId="{00000000-0000-0000-0000-000000000000}"/>
          </ac:spMkLst>
        </pc:spChg>
        <pc:spChg chg="mod">
          <ac:chgData name="RDV 36" userId="9d2d4dde673e16a4" providerId="LiveId" clId="{CC4B6D4D-3D70-452C-A440-0B79F8F6005C}" dt="2025-04-18T08:56:19.481" v="786"/>
          <ac:spMkLst>
            <pc:docMk/>
            <pc:sldMk cId="0" sldId="256"/>
            <ac:spMk id="3" creationId="{00000000-0000-0000-0000-000000000000}"/>
          </ac:spMkLst>
        </pc:spChg>
        <pc:spChg chg="add mod">
          <ac:chgData name="RDV 36" userId="9d2d4dde673e16a4" providerId="LiveId" clId="{CC4B6D4D-3D70-452C-A440-0B79F8F6005C}" dt="2025-04-18T07:14:35.600" v="120" actId="1076"/>
          <ac:spMkLst>
            <pc:docMk/>
            <pc:sldMk cId="0" sldId="256"/>
            <ac:spMk id="5" creationId="{6F1B63DD-108A-8783-1330-03F9A6434807}"/>
          </ac:spMkLst>
        </pc:spChg>
        <pc:spChg chg="add del">
          <ac:chgData name="RDV 36" userId="9d2d4dde673e16a4" providerId="LiveId" clId="{CC4B6D4D-3D70-452C-A440-0B79F8F6005C}" dt="2025-04-18T07:50:59.898" v="172" actId="22"/>
          <ac:spMkLst>
            <pc:docMk/>
            <pc:sldMk cId="0" sldId="256"/>
            <ac:spMk id="9" creationId="{B95E957C-0B75-B54E-A526-F3AB743BA972}"/>
          </ac:spMkLst>
        </pc:spChg>
        <pc:spChg chg="add mod">
          <ac:chgData name="RDV 36" userId="9d2d4dde673e16a4" providerId="LiveId" clId="{CC4B6D4D-3D70-452C-A440-0B79F8F6005C}" dt="2025-04-18T07:53:15.633" v="204" actId="14100"/>
          <ac:spMkLst>
            <pc:docMk/>
            <pc:sldMk cId="0" sldId="256"/>
            <ac:spMk id="11" creationId="{BC4DE832-809F-1EF7-667E-0CC06C0A2E9B}"/>
          </ac:spMkLst>
        </pc:spChg>
        <pc:spChg chg="add mod ord">
          <ac:chgData name="RDV 36" userId="9d2d4dde673e16a4" providerId="LiveId" clId="{CC4B6D4D-3D70-452C-A440-0B79F8F6005C}" dt="2025-04-18T08:01:39.300" v="243" actId="207"/>
          <ac:spMkLst>
            <pc:docMk/>
            <pc:sldMk cId="0" sldId="256"/>
            <ac:spMk id="12" creationId="{243CBB52-5AAC-5743-E2E9-E36CA6F68B52}"/>
          </ac:spMkLst>
        </pc:spChg>
        <pc:spChg chg="add mod">
          <ac:chgData name="RDV 36" userId="9d2d4dde673e16a4" providerId="LiveId" clId="{CC4B6D4D-3D70-452C-A440-0B79F8F6005C}" dt="2025-04-18T08:02:35.462" v="268" actId="14100"/>
          <ac:spMkLst>
            <pc:docMk/>
            <pc:sldMk cId="0" sldId="256"/>
            <ac:spMk id="13" creationId="{01304FC8-1E8A-AF18-A8C9-5C6E83B1568E}"/>
          </ac:spMkLst>
        </pc:spChg>
        <pc:spChg chg="add mod">
          <ac:chgData name="RDV 36" userId="9d2d4dde673e16a4" providerId="LiveId" clId="{CC4B6D4D-3D70-452C-A440-0B79F8F6005C}" dt="2025-04-18T08:01:44.680" v="244"/>
          <ac:spMkLst>
            <pc:docMk/>
            <pc:sldMk cId="0" sldId="256"/>
            <ac:spMk id="14" creationId="{FAD573A4-0D03-F5C4-4B73-1A1EAD6BC839}"/>
          </ac:spMkLst>
        </pc:spChg>
        <pc:spChg chg="add mod">
          <ac:chgData name="RDV 36" userId="9d2d4dde673e16a4" providerId="LiveId" clId="{CC4B6D4D-3D70-452C-A440-0B79F8F6005C}" dt="2025-04-18T08:01:44.931" v="245"/>
          <ac:spMkLst>
            <pc:docMk/>
            <pc:sldMk cId="0" sldId="256"/>
            <ac:spMk id="15" creationId="{3FB3DC30-00C1-6DED-F20A-4DB64618C351}"/>
          </ac:spMkLst>
        </pc:spChg>
        <pc:spChg chg="add mod">
          <ac:chgData name="RDV 36" userId="9d2d4dde673e16a4" providerId="LiveId" clId="{CC4B6D4D-3D70-452C-A440-0B79F8F6005C}" dt="2025-04-18T08:01:44.964" v="246"/>
          <ac:spMkLst>
            <pc:docMk/>
            <pc:sldMk cId="0" sldId="256"/>
            <ac:spMk id="16" creationId="{5D3B68D1-9164-EDA2-AD59-45C2846D8285}"/>
          </ac:spMkLst>
        </pc:spChg>
        <pc:spChg chg="add del">
          <ac:chgData name="RDV 36" userId="9d2d4dde673e16a4" providerId="LiveId" clId="{CC4B6D4D-3D70-452C-A440-0B79F8F6005C}" dt="2025-04-18T08:56:23.951" v="788" actId="22"/>
          <ac:spMkLst>
            <pc:docMk/>
            <pc:sldMk cId="0" sldId="256"/>
            <ac:spMk id="19" creationId="{9E80C16F-5358-F107-66B6-71A2632D62B7}"/>
          </ac:spMkLst>
        </pc:spChg>
        <pc:spChg chg="add mod">
          <ac:chgData name="RDV 36" userId="9d2d4dde673e16a4" providerId="LiveId" clId="{CC4B6D4D-3D70-452C-A440-0B79F8F6005C}" dt="2025-04-18T08:57:05.180" v="859" actId="1076"/>
          <ac:spMkLst>
            <pc:docMk/>
            <pc:sldMk cId="0" sldId="256"/>
            <ac:spMk id="21" creationId="{FC0FFFEF-85B3-3368-6E6E-B895FB77EF30}"/>
          </ac:spMkLst>
        </pc:spChg>
        <pc:picChg chg="add mod">
          <ac:chgData name="RDV 36" userId="9d2d4dde673e16a4" providerId="LiveId" clId="{CC4B6D4D-3D70-452C-A440-0B79F8F6005C}" dt="2025-04-18T07:17:42.274" v="140" actId="1076"/>
          <ac:picMkLst>
            <pc:docMk/>
            <pc:sldMk cId="0" sldId="256"/>
            <ac:picMk id="6" creationId="{248E93A4-2683-1143-85DD-A6C819E097C1}"/>
          </ac:picMkLst>
        </pc:picChg>
        <pc:picChg chg="add del mod">
          <ac:chgData name="RDV 36" userId="9d2d4dde673e16a4" providerId="LiveId" clId="{CC4B6D4D-3D70-452C-A440-0B79F8F6005C}" dt="2025-04-18T07:50:34.603" v="170" actId="478"/>
          <ac:picMkLst>
            <pc:docMk/>
            <pc:sldMk cId="0" sldId="256"/>
            <ac:picMk id="7" creationId="{0A899B88-17E3-464D-80D4-C6BD4ECF3D66}"/>
          </ac:picMkLst>
        </pc:picChg>
        <pc:picChg chg="add mod">
          <ac:chgData name="RDV 36" userId="9d2d4dde673e16a4" providerId="LiveId" clId="{CC4B6D4D-3D70-452C-A440-0B79F8F6005C}" dt="2025-04-18T08:44:56.048" v="680" actId="1076"/>
          <ac:picMkLst>
            <pc:docMk/>
            <pc:sldMk cId="0" sldId="256"/>
            <ac:picMk id="17" creationId="{79057DE8-402A-56E9-8980-C4B4CDFFEC3B}"/>
          </ac:picMkLst>
        </pc:picChg>
        <pc:picChg chg="add del mod">
          <ac:chgData name="RDV 36" userId="9d2d4dde673e16a4" providerId="LiveId" clId="{CC4B6D4D-3D70-452C-A440-0B79F8F6005C}" dt="2025-04-18T06:00:25.391" v="5" actId="21"/>
          <ac:picMkLst>
            <pc:docMk/>
            <pc:sldMk cId="0" sldId="256"/>
            <ac:picMk id="1026" creationId="{248E93A4-2683-1143-85DD-A6C819E097C1}"/>
          </ac:picMkLst>
        </pc:picChg>
        <pc:picChg chg="add del mod">
          <ac:chgData name="RDV 36" userId="9d2d4dde673e16a4" providerId="LiveId" clId="{CC4B6D4D-3D70-452C-A440-0B79F8F6005C}" dt="2025-04-18T07:09:29.039" v="81" actId="21"/>
          <ac:picMkLst>
            <pc:docMk/>
            <pc:sldMk cId="0" sldId="256"/>
            <ac:picMk id="1028" creationId="{61EBCD8A-DA5B-C12E-3E3C-CACBD3839AE0}"/>
          </ac:picMkLst>
        </pc:picChg>
        <pc:picChg chg="add mod">
          <ac:chgData name="RDV 36" userId="9d2d4dde673e16a4" providerId="LiveId" clId="{CC4B6D4D-3D70-452C-A440-0B79F8F6005C}" dt="2025-04-18T07:18:13.494" v="148" actId="1076"/>
          <ac:picMkLst>
            <pc:docMk/>
            <pc:sldMk cId="0" sldId="256"/>
            <ac:picMk id="1030" creationId="{A426B4F1-A945-ED21-1B6B-F3396CA33C9B}"/>
          </ac:picMkLst>
        </pc:picChg>
        <pc:picChg chg="add mod">
          <ac:chgData name="RDV 36" userId="9d2d4dde673e16a4" providerId="LiveId" clId="{CC4B6D4D-3D70-452C-A440-0B79F8F6005C}" dt="2025-04-18T07:14:27.548" v="119" actId="1076"/>
          <ac:picMkLst>
            <pc:docMk/>
            <pc:sldMk cId="0" sldId="256"/>
            <ac:picMk id="1032" creationId="{9A66ACF7-D245-A54B-1921-EAE8847AA68C}"/>
          </ac:picMkLst>
        </pc:picChg>
        <pc:picChg chg="add mod">
          <ac:chgData name="RDV 36" userId="9d2d4dde673e16a4" providerId="LiveId" clId="{CC4B6D4D-3D70-452C-A440-0B79F8F6005C}" dt="2025-04-18T07:16:10.317" v="129" actId="1076"/>
          <ac:picMkLst>
            <pc:docMk/>
            <pc:sldMk cId="0" sldId="256"/>
            <ac:picMk id="1034" creationId="{119BE449-CE3A-174C-A03A-4F47412EB2CC}"/>
          </ac:picMkLst>
        </pc:picChg>
      </pc:sldChg>
      <pc:sldChg chg="addSp modSp mod modAnim">
        <pc:chgData name="RDV 36" userId="9d2d4dde673e16a4" providerId="LiveId" clId="{CC4B6D4D-3D70-452C-A440-0B79F8F6005C}" dt="2025-04-18T08:53:27.172" v="767" actId="1076"/>
        <pc:sldMkLst>
          <pc:docMk/>
          <pc:sldMk cId="0" sldId="257"/>
        </pc:sldMkLst>
        <pc:spChg chg="mod">
          <ac:chgData name="RDV 36" userId="9d2d4dde673e16a4" providerId="LiveId" clId="{CC4B6D4D-3D70-452C-A440-0B79F8F6005C}" dt="2025-04-18T08:53:05.658" v="765" actId="20577"/>
          <ac:spMkLst>
            <pc:docMk/>
            <pc:sldMk cId="0" sldId="257"/>
            <ac:spMk id="2" creationId="{00000000-0000-0000-0000-000000000000}"/>
          </ac:spMkLst>
        </pc:spChg>
        <pc:spChg chg="mod">
          <ac:chgData name="RDV 36" userId="9d2d4dde673e16a4" providerId="LiveId" clId="{CC4B6D4D-3D70-452C-A440-0B79F8F6005C}" dt="2025-04-18T08:18:40.230" v="458" actId="1076"/>
          <ac:spMkLst>
            <pc:docMk/>
            <pc:sldMk cId="0" sldId="257"/>
            <ac:spMk id="3" creationId="{00000000-0000-0000-0000-000000000000}"/>
          </ac:spMkLst>
        </pc:spChg>
        <pc:spChg chg="add mod">
          <ac:chgData name="RDV 36" userId="9d2d4dde673e16a4" providerId="LiveId" clId="{CC4B6D4D-3D70-452C-A440-0B79F8F6005C}" dt="2025-04-18T08:16:33.576" v="434" actId="14100"/>
          <ac:spMkLst>
            <pc:docMk/>
            <pc:sldMk cId="0" sldId="257"/>
            <ac:spMk id="4" creationId="{FCD4AC49-65D1-158E-B6F2-809F600FBFA8}"/>
          </ac:spMkLst>
        </pc:spChg>
        <pc:spChg chg="add mod">
          <ac:chgData name="RDV 36" userId="9d2d4dde673e16a4" providerId="LiveId" clId="{CC4B6D4D-3D70-452C-A440-0B79F8F6005C}" dt="2025-04-18T08:16:26.252" v="433" actId="14100"/>
          <ac:spMkLst>
            <pc:docMk/>
            <pc:sldMk cId="0" sldId="257"/>
            <ac:spMk id="5" creationId="{54234B7D-046A-B841-8052-4A918149634A}"/>
          </ac:spMkLst>
        </pc:spChg>
        <pc:spChg chg="add mod ord">
          <ac:chgData name="RDV 36" userId="9d2d4dde673e16a4" providerId="LiveId" clId="{CC4B6D4D-3D70-452C-A440-0B79F8F6005C}" dt="2025-04-18T08:53:22.524" v="766" actId="14100"/>
          <ac:spMkLst>
            <pc:docMk/>
            <pc:sldMk cId="0" sldId="257"/>
            <ac:spMk id="6" creationId="{4127A73F-4E87-5777-DF05-ABCD8403F3EA}"/>
          </ac:spMkLst>
        </pc:spChg>
        <pc:spChg chg="add mod ord">
          <ac:chgData name="RDV 36" userId="9d2d4dde673e16a4" providerId="LiveId" clId="{CC4B6D4D-3D70-452C-A440-0B79F8F6005C}" dt="2025-04-18T08:18:39.070" v="457" actId="20577"/>
          <ac:spMkLst>
            <pc:docMk/>
            <pc:sldMk cId="0" sldId="257"/>
            <ac:spMk id="7" creationId="{95F28851-86E3-5E16-1D53-8AD3ACF0F592}"/>
          </ac:spMkLst>
        </pc:spChg>
        <pc:spChg chg="add mod">
          <ac:chgData name="RDV 36" userId="9d2d4dde673e16a4" providerId="LiveId" clId="{CC4B6D4D-3D70-452C-A440-0B79F8F6005C}" dt="2025-04-18T08:19:04.780" v="464" actId="571"/>
          <ac:spMkLst>
            <pc:docMk/>
            <pc:sldMk cId="0" sldId="257"/>
            <ac:spMk id="8" creationId="{7E8FAEC8-6984-E96A-09C4-7AD43181760E}"/>
          </ac:spMkLst>
        </pc:spChg>
        <pc:picChg chg="add mod">
          <ac:chgData name="RDV 36" userId="9d2d4dde673e16a4" providerId="LiveId" clId="{CC4B6D4D-3D70-452C-A440-0B79F8F6005C}" dt="2025-04-18T08:19:04.780" v="464" actId="571"/>
          <ac:picMkLst>
            <pc:docMk/>
            <pc:sldMk cId="0" sldId="257"/>
            <ac:picMk id="9" creationId="{83E4F6DA-6E5B-D5F4-4400-228BC7FA7E71}"/>
          </ac:picMkLst>
        </pc:picChg>
        <pc:picChg chg="add mod">
          <ac:chgData name="RDV 36" userId="9d2d4dde673e16a4" providerId="LiveId" clId="{CC4B6D4D-3D70-452C-A440-0B79F8F6005C}" dt="2025-04-18T08:53:27.172" v="767" actId="1076"/>
          <ac:picMkLst>
            <pc:docMk/>
            <pc:sldMk cId="0" sldId="257"/>
            <ac:picMk id="4098" creationId="{BBC4151B-8546-F3DD-091D-858A85EC454B}"/>
          </ac:picMkLst>
        </pc:picChg>
        <pc:picChg chg="add mod">
          <ac:chgData name="RDV 36" userId="9d2d4dde673e16a4" providerId="LiveId" clId="{CC4B6D4D-3D70-452C-A440-0B79F8F6005C}" dt="2025-04-18T08:17:02.739" v="441" actId="1076"/>
          <ac:picMkLst>
            <pc:docMk/>
            <pc:sldMk cId="0" sldId="257"/>
            <ac:picMk id="4100" creationId="{56582954-354B-43C1-4DE2-0FC0476DBCE1}"/>
          </ac:picMkLst>
        </pc:picChg>
      </pc:sldChg>
      <pc:sldChg chg="addSp delSp modSp mod modAnim">
        <pc:chgData name="RDV 36" userId="9d2d4dde673e16a4" providerId="LiveId" clId="{CC4B6D4D-3D70-452C-A440-0B79F8F6005C}" dt="2025-04-18T08:49:49.100" v="743"/>
        <pc:sldMkLst>
          <pc:docMk/>
          <pc:sldMk cId="0" sldId="258"/>
        </pc:sldMkLst>
        <pc:spChg chg="mod">
          <ac:chgData name="RDV 36" userId="9d2d4dde673e16a4" providerId="LiveId" clId="{CC4B6D4D-3D70-452C-A440-0B79F8F6005C}" dt="2025-04-18T08:40:59.577" v="625" actId="1076"/>
          <ac:spMkLst>
            <pc:docMk/>
            <pc:sldMk cId="0" sldId="258"/>
            <ac:spMk id="3" creationId="{00000000-0000-0000-0000-000000000000}"/>
          </ac:spMkLst>
        </pc:spChg>
        <pc:spChg chg="add mod ord">
          <ac:chgData name="RDV 36" userId="9d2d4dde673e16a4" providerId="LiveId" clId="{CC4B6D4D-3D70-452C-A440-0B79F8F6005C}" dt="2025-04-18T08:24:06.572" v="490" actId="167"/>
          <ac:spMkLst>
            <pc:docMk/>
            <pc:sldMk cId="0" sldId="258"/>
            <ac:spMk id="7" creationId="{E6D4705A-0F12-92D8-AEA7-44526CC81B00}"/>
          </ac:spMkLst>
        </pc:spChg>
        <pc:spChg chg="add del">
          <ac:chgData name="RDV 36" userId="9d2d4dde673e16a4" providerId="LiveId" clId="{CC4B6D4D-3D70-452C-A440-0B79F8F6005C}" dt="2025-04-18T08:24:57.926" v="497" actId="22"/>
          <ac:spMkLst>
            <pc:docMk/>
            <pc:sldMk cId="0" sldId="258"/>
            <ac:spMk id="9" creationId="{2A500E59-B660-6996-ED44-2379A98BFE44}"/>
          </ac:spMkLst>
        </pc:spChg>
        <pc:spChg chg="add mod">
          <ac:chgData name="RDV 36" userId="9d2d4dde673e16a4" providerId="LiveId" clId="{CC4B6D4D-3D70-452C-A440-0B79F8F6005C}" dt="2025-04-18T08:33:41.656" v="550" actId="1076"/>
          <ac:spMkLst>
            <pc:docMk/>
            <pc:sldMk cId="0" sldId="258"/>
            <ac:spMk id="11" creationId="{32688A3B-4870-579B-9590-FB2C1D5C24CA}"/>
          </ac:spMkLst>
        </pc:spChg>
        <pc:picChg chg="add">
          <ac:chgData name="RDV 36" userId="9d2d4dde673e16a4" providerId="LiveId" clId="{CC4B6D4D-3D70-452C-A440-0B79F8F6005C}" dt="2025-04-18T08:37:37.067" v="584"/>
          <ac:picMkLst>
            <pc:docMk/>
            <pc:sldMk cId="0" sldId="258"/>
            <ac:picMk id="12" creationId="{F943FEF9-78F8-A6A8-20BB-B468F183D564}"/>
          </ac:picMkLst>
        </pc:picChg>
        <pc:picChg chg="add del mod">
          <ac:chgData name="RDV 36" userId="9d2d4dde673e16a4" providerId="LiveId" clId="{CC4B6D4D-3D70-452C-A440-0B79F8F6005C}" dt="2025-04-18T07:10:02.951" v="86" actId="21"/>
          <ac:picMkLst>
            <pc:docMk/>
            <pc:sldMk cId="0" sldId="258"/>
            <ac:picMk id="1028" creationId="{61EBCD8A-DA5B-C12E-3E3C-CACBD3839AE0}"/>
          </ac:picMkLst>
        </pc:picChg>
        <pc:picChg chg="add del mod">
          <ac:chgData name="RDV 36" userId="9d2d4dde673e16a4" providerId="LiveId" clId="{CC4B6D4D-3D70-452C-A440-0B79F8F6005C}" dt="2025-04-18T08:38:43.611" v="599" actId="478"/>
          <ac:picMkLst>
            <pc:docMk/>
            <pc:sldMk cId="0" sldId="258"/>
            <ac:picMk id="2050" creationId="{77034654-9889-E559-1A80-6D99C38B7608}"/>
          </ac:picMkLst>
        </pc:picChg>
        <pc:picChg chg="add mod">
          <ac:chgData name="RDV 36" userId="9d2d4dde673e16a4" providerId="LiveId" clId="{CC4B6D4D-3D70-452C-A440-0B79F8F6005C}" dt="2025-04-18T08:47:40.978" v="705" actId="14100"/>
          <ac:picMkLst>
            <pc:docMk/>
            <pc:sldMk cId="0" sldId="258"/>
            <ac:picMk id="3074" creationId="{158D552F-6555-E993-B9EF-8582297DE03E}"/>
          </ac:picMkLst>
        </pc:picChg>
        <pc:picChg chg="add mod">
          <ac:chgData name="RDV 36" userId="9d2d4dde673e16a4" providerId="LiveId" clId="{CC4B6D4D-3D70-452C-A440-0B79F8F6005C}" dt="2025-04-18T08:37:15.333" v="580" actId="1076"/>
          <ac:picMkLst>
            <pc:docMk/>
            <pc:sldMk cId="0" sldId="258"/>
            <ac:picMk id="3076" creationId="{985A9593-083A-7325-3225-F4F015F619AE}"/>
          </ac:picMkLst>
        </pc:picChg>
        <pc:picChg chg="add">
          <ac:chgData name="RDV 36" userId="9d2d4dde673e16a4" providerId="LiveId" clId="{CC4B6D4D-3D70-452C-A440-0B79F8F6005C}" dt="2025-04-18T08:37:31.093" v="581"/>
          <ac:picMkLst>
            <pc:docMk/>
            <pc:sldMk cId="0" sldId="258"/>
            <ac:picMk id="3078" creationId="{30A21AC5-17FD-FA3E-A754-00023CEC4983}"/>
          </ac:picMkLst>
        </pc:picChg>
        <pc:picChg chg="add">
          <ac:chgData name="RDV 36" userId="9d2d4dde673e16a4" providerId="LiveId" clId="{CC4B6D4D-3D70-452C-A440-0B79F8F6005C}" dt="2025-04-18T08:37:33.211" v="582"/>
          <ac:picMkLst>
            <pc:docMk/>
            <pc:sldMk cId="0" sldId="258"/>
            <ac:picMk id="3080" creationId="{660E8101-7D6E-BBCF-8F31-E6FF381BCD39}"/>
          </ac:picMkLst>
        </pc:picChg>
        <pc:picChg chg="add">
          <ac:chgData name="RDV 36" userId="9d2d4dde673e16a4" providerId="LiveId" clId="{CC4B6D4D-3D70-452C-A440-0B79F8F6005C}" dt="2025-04-18T08:37:35.281" v="583"/>
          <ac:picMkLst>
            <pc:docMk/>
            <pc:sldMk cId="0" sldId="258"/>
            <ac:picMk id="3082" creationId="{71A4B608-39CD-36CE-9125-74D8D83E6015}"/>
          </ac:picMkLst>
        </pc:picChg>
        <pc:picChg chg="add mod">
          <ac:chgData name="RDV 36" userId="9d2d4dde673e16a4" providerId="LiveId" clId="{CC4B6D4D-3D70-452C-A440-0B79F8F6005C}" dt="2025-04-18T08:47:37.362" v="704" actId="1076"/>
          <ac:picMkLst>
            <pc:docMk/>
            <pc:sldMk cId="0" sldId="258"/>
            <ac:picMk id="3084" creationId="{3A089F21-0B73-561B-2090-2E94DD926A84}"/>
          </ac:picMkLst>
        </pc:picChg>
      </pc:sldChg>
      <pc:sldChg chg="addSp delSp modSp mod modAnim">
        <pc:chgData name="RDV 36" userId="9d2d4dde673e16a4" providerId="LiveId" clId="{CC4B6D4D-3D70-452C-A440-0B79F8F6005C}" dt="2025-04-18T08:52:45.421" v="761"/>
        <pc:sldMkLst>
          <pc:docMk/>
          <pc:sldMk cId="0" sldId="259"/>
        </pc:sldMkLst>
        <pc:spChg chg="mod">
          <ac:chgData name="RDV 36" userId="9d2d4dde673e16a4" providerId="LiveId" clId="{CC4B6D4D-3D70-452C-A440-0B79F8F6005C}" dt="2025-04-18T08:43:31.139" v="660" actId="1076"/>
          <ac:spMkLst>
            <pc:docMk/>
            <pc:sldMk cId="0" sldId="259"/>
            <ac:spMk id="5" creationId="{00000000-0000-0000-0000-000000000000}"/>
          </ac:spMkLst>
        </pc:spChg>
        <pc:spChg chg="add mod ord">
          <ac:chgData name="RDV 36" userId="9d2d4dde673e16a4" providerId="LiveId" clId="{CC4B6D4D-3D70-452C-A440-0B79F8F6005C}" dt="2025-04-18T08:41:45.023" v="634" actId="167"/>
          <ac:spMkLst>
            <pc:docMk/>
            <pc:sldMk cId="0" sldId="259"/>
            <ac:spMk id="8" creationId="{1CBFD788-008D-38E0-A32D-FB896F4299C6}"/>
          </ac:spMkLst>
        </pc:spChg>
        <pc:spChg chg="add del">
          <ac:chgData name="RDV 36" userId="9d2d4dde673e16a4" providerId="LiveId" clId="{CC4B6D4D-3D70-452C-A440-0B79F8F6005C}" dt="2025-04-18T08:42:26.736" v="639" actId="22"/>
          <ac:spMkLst>
            <pc:docMk/>
            <pc:sldMk cId="0" sldId="259"/>
            <ac:spMk id="10" creationId="{E0E2040F-F822-92CC-2E12-7930FAC692DA}"/>
          </ac:spMkLst>
        </pc:spChg>
        <pc:spChg chg="add mod">
          <ac:chgData name="RDV 36" userId="9d2d4dde673e16a4" providerId="LiveId" clId="{CC4B6D4D-3D70-452C-A440-0B79F8F6005C}" dt="2025-04-18T08:43:24.253" v="658" actId="14100"/>
          <ac:spMkLst>
            <pc:docMk/>
            <pc:sldMk cId="0" sldId="259"/>
            <ac:spMk id="12" creationId="{2CAA3553-A809-705D-58CB-D847DD71046C}"/>
          </ac:spMkLst>
        </pc:spChg>
        <pc:grpChg chg="mod">
          <ac:chgData name="RDV 36" userId="9d2d4dde673e16a4" providerId="LiveId" clId="{CC4B6D4D-3D70-452C-A440-0B79F8F6005C}" dt="2025-04-18T08:42:15.685" v="637" actId="14100"/>
          <ac:grpSpMkLst>
            <pc:docMk/>
            <pc:sldMk cId="0" sldId="259"/>
            <ac:grpSpMk id="2" creationId="{00000000-0000-0000-0000-000000000000}"/>
          </ac:grpSpMkLst>
        </pc:grpChg>
        <pc:picChg chg="add del mod">
          <ac:chgData name="RDV 36" userId="9d2d4dde673e16a4" providerId="LiveId" clId="{CC4B6D4D-3D70-452C-A440-0B79F8F6005C}" dt="2025-04-18T08:44:07.740" v="670" actId="21"/>
          <ac:picMkLst>
            <pc:docMk/>
            <pc:sldMk cId="0" sldId="259"/>
            <ac:picMk id="13" creationId="{79057DE8-402A-56E9-8980-C4B4CDFFEC3B}"/>
          </ac:picMkLst>
        </pc:picChg>
        <pc:picChg chg="add mod">
          <ac:chgData name="RDV 36" userId="9d2d4dde673e16a4" providerId="LiveId" clId="{CC4B6D4D-3D70-452C-A440-0B79F8F6005C}" dt="2025-04-18T08:49:30.387" v="740" actId="1076"/>
          <ac:picMkLst>
            <pc:docMk/>
            <pc:sldMk cId="0" sldId="259"/>
            <ac:picMk id="14" creationId="{B52A43E2-6C59-99FB-A6B7-C33F80626141}"/>
          </ac:picMkLst>
        </pc:picChg>
        <pc:picChg chg="add del mod">
          <ac:chgData name="RDV 36" userId="9d2d4dde673e16a4" providerId="LiveId" clId="{CC4B6D4D-3D70-452C-A440-0B79F8F6005C}" dt="2025-04-18T07:04:20.525" v="61" actId="21"/>
          <ac:picMkLst>
            <pc:docMk/>
            <pc:sldMk cId="0" sldId="259"/>
            <ac:picMk id="1026" creationId="{248E93A4-2683-1143-85DD-A6C819E097C1}"/>
          </ac:picMkLst>
        </pc:picChg>
        <pc:picChg chg="add mod">
          <ac:chgData name="RDV 36" userId="9d2d4dde673e16a4" providerId="LiveId" clId="{CC4B6D4D-3D70-452C-A440-0B79F8F6005C}" dt="2025-04-18T08:50:21.247" v="748" actId="1076"/>
          <ac:picMkLst>
            <pc:docMk/>
            <pc:sldMk cId="0" sldId="259"/>
            <ac:picMk id="1028" creationId="{61EBCD8A-DA5B-C12E-3E3C-CACBD3839AE0}"/>
          </ac:picMkLst>
        </pc:picChg>
        <pc:picChg chg="add del mod">
          <ac:chgData name="RDV 36" userId="9d2d4dde673e16a4" providerId="LiveId" clId="{CC4B6D4D-3D70-452C-A440-0B79F8F6005C}" dt="2025-04-18T08:33:09.252" v="539" actId="21"/>
          <ac:picMkLst>
            <pc:docMk/>
            <pc:sldMk cId="0" sldId="259"/>
            <ac:picMk id="2050" creationId="{77034654-9889-E559-1A80-6D99C38B7608}"/>
          </ac:picMkLst>
        </pc:picChg>
        <pc:picChg chg="add del mod">
          <ac:chgData name="RDV 36" userId="9d2d4dde673e16a4" providerId="LiveId" clId="{CC4B6D4D-3D70-452C-A440-0B79F8F6005C}" dt="2025-04-18T08:46:51.502" v="700" actId="21"/>
          <ac:picMkLst>
            <pc:docMk/>
            <pc:sldMk cId="0" sldId="259"/>
            <ac:picMk id="2052" creationId="{BD5A6B2E-9A47-9003-0260-8222C17955AA}"/>
          </ac:picMkLst>
        </pc:picChg>
        <pc:picChg chg="add del mod">
          <ac:chgData name="RDV 36" userId="9d2d4dde673e16a4" providerId="LiveId" clId="{CC4B6D4D-3D70-452C-A440-0B79F8F6005C}" dt="2025-04-18T08:42:50.218" v="648" actId="21"/>
          <ac:picMkLst>
            <pc:docMk/>
            <pc:sldMk cId="0" sldId="259"/>
            <ac:picMk id="2054" creationId="{79057DE8-402A-56E9-8980-C4B4CDFFEC3B}"/>
          </ac:picMkLst>
        </pc:picChg>
        <pc:picChg chg="add del mod">
          <ac:chgData name="RDV 36" userId="9d2d4dde673e16a4" providerId="LiveId" clId="{CC4B6D4D-3D70-452C-A440-0B79F8F6005C}" dt="2025-04-18T08:42:44.380" v="646" actId="21"/>
          <ac:picMkLst>
            <pc:docMk/>
            <pc:sldMk cId="0" sldId="259"/>
            <ac:picMk id="2056" creationId="{2A8E9C3C-DE9E-CBF6-6C69-2EF56D159B06}"/>
          </ac:picMkLst>
        </pc:picChg>
        <pc:picChg chg="add del mod">
          <ac:chgData name="RDV 36" userId="9d2d4dde673e16a4" providerId="LiveId" clId="{CC4B6D4D-3D70-452C-A440-0B79F8F6005C}" dt="2025-04-18T08:43:42.750" v="663" actId="21"/>
          <ac:picMkLst>
            <pc:docMk/>
            <pc:sldMk cId="0" sldId="259"/>
            <ac:picMk id="2058" creationId="{2A8F68CA-7D65-2990-4AE9-193F0727520C}"/>
          </ac:picMkLst>
        </pc:picChg>
      </pc:sldChg>
      <pc:sldChg chg="addSp delSp modSp mod modAnim">
        <pc:chgData name="RDV 36" userId="9d2d4dde673e16a4" providerId="LiveId" clId="{CC4B6D4D-3D70-452C-A440-0B79F8F6005C}" dt="2025-04-18T09:14:12.123" v="1057"/>
        <pc:sldMkLst>
          <pc:docMk/>
          <pc:sldMk cId="0" sldId="260"/>
        </pc:sldMkLst>
        <pc:spChg chg="mod">
          <ac:chgData name="RDV 36" userId="9d2d4dde673e16a4" providerId="LiveId" clId="{CC4B6D4D-3D70-452C-A440-0B79F8F6005C}" dt="2025-04-18T08:48:55.310" v="734" actId="1076"/>
          <ac:spMkLst>
            <pc:docMk/>
            <pc:sldMk cId="0" sldId="260"/>
            <ac:spMk id="3" creationId="{00000000-0000-0000-0000-000000000000}"/>
          </ac:spMkLst>
        </pc:spChg>
        <pc:spChg chg="add del">
          <ac:chgData name="RDV 36" userId="9d2d4dde673e16a4" providerId="LiveId" clId="{CC4B6D4D-3D70-452C-A440-0B79F8F6005C}" dt="2025-04-18T08:48:21.100" v="718" actId="22"/>
          <ac:spMkLst>
            <pc:docMk/>
            <pc:sldMk cId="0" sldId="260"/>
            <ac:spMk id="8" creationId="{015970C9-0455-9ED1-62A4-4708F5E200E5}"/>
          </ac:spMkLst>
        </pc:spChg>
        <pc:spChg chg="add mod">
          <ac:chgData name="RDV 36" userId="9d2d4dde673e16a4" providerId="LiveId" clId="{CC4B6D4D-3D70-452C-A440-0B79F8F6005C}" dt="2025-04-18T08:48:29.198" v="722" actId="1076"/>
          <ac:spMkLst>
            <pc:docMk/>
            <pc:sldMk cId="0" sldId="260"/>
            <ac:spMk id="10" creationId="{37693A9C-EC3E-7885-8567-1152C81757EB}"/>
          </ac:spMkLst>
        </pc:spChg>
        <pc:spChg chg="add mod ord">
          <ac:chgData name="RDV 36" userId="9d2d4dde673e16a4" providerId="LiveId" clId="{CC4B6D4D-3D70-452C-A440-0B79F8F6005C}" dt="2025-04-18T08:49:15.822" v="739" actId="167"/>
          <ac:spMkLst>
            <pc:docMk/>
            <pc:sldMk cId="0" sldId="260"/>
            <ac:spMk id="11" creationId="{F50AAF80-75B3-D227-CCA9-97BEBCFC81CA}"/>
          </ac:spMkLst>
        </pc:spChg>
        <pc:picChg chg="add del mod">
          <ac:chgData name="RDV 36" userId="9d2d4dde673e16a4" providerId="LiveId" clId="{CC4B6D4D-3D70-452C-A440-0B79F8F6005C}" dt="2025-04-18T08:53:47.268" v="770" actId="21"/>
          <ac:picMkLst>
            <pc:docMk/>
            <pc:sldMk cId="0" sldId="260"/>
            <ac:picMk id="2052" creationId="{BD5A6B2E-9A47-9003-0260-8222C17955AA}"/>
          </ac:picMkLst>
        </pc:picChg>
        <pc:picChg chg="add del mod">
          <ac:chgData name="RDV 36" userId="9d2d4dde673e16a4" providerId="LiveId" clId="{CC4B6D4D-3D70-452C-A440-0B79F8F6005C}" dt="2025-04-18T08:43:47.311" v="665" actId="21"/>
          <ac:picMkLst>
            <pc:docMk/>
            <pc:sldMk cId="0" sldId="260"/>
            <ac:picMk id="2054" creationId="{79057DE8-402A-56E9-8980-C4B4CDFFEC3B}"/>
          </ac:picMkLst>
        </pc:picChg>
        <pc:picChg chg="add mod">
          <ac:chgData name="RDV 36" userId="9d2d4dde673e16a4" providerId="LiveId" clId="{CC4B6D4D-3D70-452C-A440-0B79F8F6005C}" dt="2025-04-18T08:48:47.882" v="732" actId="688"/>
          <ac:picMkLst>
            <pc:docMk/>
            <pc:sldMk cId="0" sldId="260"/>
            <ac:picMk id="2056" creationId="{2A8E9C3C-DE9E-CBF6-6C69-2EF56D159B06}"/>
          </ac:picMkLst>
        </pc:picChg>
        <pc:picChg chg="add mod">
          <ac:chgData name="RDV 36" userId="9d2d4dde673e16a4" providerId="LiveId" clId="{CC4B6D4D-3D70-452C-A440-0B79F8F6005C}" dt="2025-04-18T08:54:12.142" v="772" actId="1076"/>
          <ac:picMkLst>
            <pc:docMk/>
            <pc:sldMk cId="0" sldId="260"/>
            <ac:picMk id="2058" creationId="{2A8F68CA-7D65-2990-4AE9-193F0727520C}"/>
          </ac:picMkLst>
        </pc:picChg>
      </pc:sldChg>
      <pc:sldChg chg="addSp modSp mod">
        <pc:chgData name="RDV 36" userId="9d2d4dde673e16a4" providerId="LiveId" clId="{CC4B6D4D-3D70-452C-A440-0B79F8F6005C}" dt="2025-04-18T08:54:52.024" v="779" actId="207"/>
        <pc:sldMkLst>
          <pc:docMk/>
          <pc:sldMk cId="0" sldId="261"/>
        </pc:sldMkLst>
        <pc:spChg chg="add mod ord">
          <ac:chgData name="RDV 36" userId="9d2d4dde673e16a4" providerId="LiveId" clId="{CC4B6D4D-3D70-452C-A440-0B79F8F6005C}" dt="2025-04-18T08:54:28.690" v="775" actId="167"/>
          <ac:spMkLst>
            <pc:docMk/>
            <pc:sldMk cId="0" sldId="261"/>
            <ac:spMk id="3" creationId="{857B5822-1DCF-99BE-EEA3-F363A760B2C3}"/>
          </ac:spMkLst>
        </pc:spChg>
        <pc:spChg chg="mod">
          <ac:chgData name="RDV 36" userId="9d2d4dde673e16a4" providerId="LiveId" clId="{CC4B6D4D-3D70-452C-A440-0B79F8F6005C}" dt="2025-04-18T08:54:52.024" v="779" actId="207"/>
          <ac:spMkLst>
            <pc:docMk/>
            <pc:sldMk cId="0" sldId="261"/>
            <ac:spMk id="4" creationId="{00000000-0000-0000-0000-000000000000}"/>
          </ac:spMkLst>
        </pc:spChg>
        <pc:picChg chg="mod">
          <ac:chgData name="RDV 36" userId="9d2d4dde673e16a4" providerId="LiveId" clId="{CC4B6D4D-3D70-452C-A440-0B79F8F6005C}" dt="2025-04-18T08:54:41.310" v="777" actId="207"/>
          <ac:picMkLst>
            <pc:docMk/>
            <pc:sldMk cId="0" sldId="261"/>
            <ac:picMk id="11" creationId="{CB9808E4-DB3E-A034-AE62-E120261B988D}"/>
          </ac:picMkLst>
        </pc:picChg>
      </pc:sldChg>
      <pc:sldChg chg="addSp delSp modSp mod modAnim">
        <pc:chgData name="RDV 36" userId="9d2d4dde673e16a4" providerId="LiveId" clId="{CC4B6D4D-3D70-452C-A440-0B79F8F6005C}" dt="2025-04-18T09:08:57.644" v="1019"/>
        <pc:sldMkLst>
          <pc:docMk/>
          <pc:sldMk cId="0" sldId="262"/>
        </pc:sldMkLst>
        <pc:spChg chg="mod">
          <ac:chgData name="RDV 36" userId="9d2d4dde673e16a4" providerId="LiveId" clId="{CC4B6D4D-3D70-452C-A440-0B79F8F6005C}" dt="2025-04-18T09:03:39.646" v="920" actId="1076"/>
          <ac:spMkLst>
            <pc:docMk/>
            <pc:sldMk cId="0" sldId="262"/>
            <ac:spMk id="2" creationId="{00000000-0000-0000-0000-000000000000}"/>
          </ac:spMkLst>
        </pc:spChg>
        <pc:spChg chg="mod">
          <ac:chgData name="RDV 36" userId="9d2d4dde673e16a4" providerId="LiveId" clId="{CC4B6D4D-3D70-452C-A440-0B79F8F6005C}" dt="2025-04-18T08:59:26.947" v="889" actId="21"/>
          <ac:spMkLst>
            <pc:docMk/>
            <pc:sldMk cId="0" sldId="262"/>
            <ac:spMk id="3" creationId="{00000000-0000-0000-0000-000000000000}"/>
          </ac:spMkLst>
        </pc:spChg>
        <pc:spChg chg="add mod ord">
          <ac:chgData name="RDV 36" userId="9d2d4dde673e16a4" providerId="LiveId" clId="{CC4B6D4D-3D70-452C-A440-0B79F8F6005C}" dt="2025-04-18T08:57:27.786" v="862" actId="167"/>
          <ac:spMkLst>
            <pc:docMk/>
            <pc:sldMk cId="0" sldId="262"/>
            <ac:spMk id="7" creationId="{C2C100EF-670A-DBC9-C995-6B269C654E93}"/>
          </ac:spMkLst>
        </pc:spChg>
        <pc:spChg chg="add mod ord">
          <ac:chgData name="RDV 36" userId="9d2d4dde673e16a4" providerId="LiveId" clId="{CC4B6D4D-3D70-452C-A440-0B79F8F6005C}" dt="2025-04-18T09:07:32.601" v="1005" actId="14100"/>
          <ac:spMkLst>
            <pc:docMk/>
            <pc:sldMk cId="0" sldId="262"/>
            <ac:spMk id="8" creationId="{DB804464-5608-9667-A483-678A0638405D}"/>
          </ac:spMkLst>
        </pc:spChg>
        <pc:spChg chg="add del">
          <ac:chgData name="RDV 36" userId="9d2d4dde673e16a4" providerId="LiveId" clId="{CC4B6D4D-3D70-452C-A440-0B79F8F6005C}" dt="2025-04-18T08:58:52.068" v="880" actId="22"/>
          <ac:spMkLst>
            <pc:docMk/>
            <pc:sldMk cId="0" sldId="262"/>
            <ac:spMk id="10" creationId="{5171954A-7B39-7305-8100-A30B3BEBEED5}"/>
          </ac:spMkLst>
        </pc:spChg>
        <pc:spChg chg="add mod">
          <ac:chgData name="RDV 36" userId="9d2d4dde673e16a4" providerId="LiveId" clId="{CC4B6D4D-3D70-452C-A440-0B79F8F6005C}" dt="2025-04-18T09:00:11.091" v="905" actId="1076"/>
          <ac:spMkLst>
            <pc:docMk/>
            <pc:sldMk cId="0" sldId="262"/>
            <ac:spMk id="12" creationId="{439DB4FE-5942-7A54-574A-D05885853EB7}"/>
          </ac:spMkLst>
        </pc:spChg>
        <pc:spChg chg="add del">
          <ac:chgData name="RDV 36" userId="9d2d4dde673e16a4" providerId="LiveId" clId="{CC4B6D4D-3D70-452C-A440-0B79F8F6005C}" dt="2025-04-18T08:59:30.952" v="891" actId="22"/>
          <ac:spMkLst>
            <pc:docMk/>
            <pc:sldMk cId="0" sldId="262"/>
            <ac:spMk id="14" creationId="{99C3C3CD-3447-C679-CB9D-0DB480A2F47C}"/>
          </ac:spMkLst>
        </pc:spChg>
        <pc:spChg chg="add mod">
          <ac:chgData name="RDV 36" userId="9d2d4dde673e16a4" providerId="LiveId" clId="{CC4B6D4D-3D70-452C-A440-0B79F8F6005C}" dt="2025-04-18T09:00:26.872" v="909" actId="20577"/>
          <ac:spMkLst>
            <pc:docMk/>
            <pc:sldMk cId="0" sldId="262"/>
            <ac:spMk id="16" creationId="{AA089CAE-B5BC-4EBB-EDC4-1D478F998F0F}"/>
          </ac:spMkLst>
        </pc:spChg>
        <pc:picChg chg="add del mod">
          <ac:chgData name="RDV 36" userId="9d2d4dde673e16a4" providerId="LiveId" clId="{CC4B6D4D-3D70-452C-A440-0B79F8F6005C}" dt="2025-04-18T09:07:00.317" v="998" actId="478"/>
          <ac:picMkLst>
            <pc:docMk/>
            <pc:sldMk cId="0" sldId="262"/>
            <ac:picMk id="17" creationId="{A3F8750D-8AF5-740F-05CF-9C01C532F254}"/>
          </ac:picMkLst>
        </pc:picChg>
        <pc:picChg chg="add del mod">
          <ac:chgData name="RDV 36" userId="9d2d4dde673e16a4" providerId="LiveId" clId="{CC4B6D4D-3D70-452C-A440-0B79F8F6005C}" dt="2025-04-18T09:07:00.317" v="998" actId="478"/>
          <ac:picMkLst>
            <pc:docMk/>
            <pc:sldMk cId="0" sldId="262"/>
            <ac:picMk id="18" creationId="{10442E46-F665-4C10-E81C-BD483321A2DD}"/>
          </ac:picMkLst>
        </pc:picChg>
        <pc:picChg chg="add del mod">
          <ac:chgData name="RDV 36" userId="9d2d4dde673e16a4" providerId="LiveId" clId="{CC4B6D4D-3D70-452C-A440-0B79F8F6005C}" dt="2025-04-18T09:07:00.317" v="998" actId="478"/>
          <ac:picMkLst>
            <pc:docMk/>
            <pc:sldMk cId="0" sldId="262"/>
            <ac:picMk id="19" creationId="{E6C6F994-84EC-D872-5B00-340266654663}"/>
          </ac:picMkLst>
        </pc:picChg>
        <pc:picChg chg="add del mod">
          <ac:chgData name="RDV 36" userId="9d2d4dde673e16a4" providerId="LiveId" clId="{CC4B6D4D-3D70-452C-A440-0B79F8F6005C}" dt="2025-04-18T09:07:00.317" v="998" actId="478"/>
          <ac:picMkLst>
            <pc:docMk/>
            <pc:sldMk cId="0" sldId="262"/>
            <ac:picMk id="20" creationId="{9D36EEDC-1438-19B5-915B-7C76C94029AF}"/>
          </ac:picMkLst>
        </pc:picChg>
        <pc:picChg chg="add mod">
          <ac:chgData name="RDV 36" userId="9d2d4dde673e16a4" providerId="LiveId" clId="{CC4B6D4D-3D70-452C-A440-0B79F8F6005C}" dt="2025-04-18T09:06:54.218" v="996" actId="571"/>
          <ac:picMkLst>
            <pc:docMk/>
            <pc:sldMk cId="0" sldId="262"/>
            <ac:picMk id="21" creationId="{2406204D-4BCB-DD29-102F-DD9E147B9DD0}"/>
          </ac:picMkLst>
        </pc:picChg>
        <pc:picChg chg="add mod">
          <ac:chgData name="RDV 36" userId="9d2d4dde673e16a4" providerId="LiveId" clId="{CC4B6D4D-3D70-452C-A440-0B79F8F6005C}" dt="2025-04-18T09:06:54.218" v="996" actId="571"/>
          <ac:picMkLst>
            <pc:docMk/>
            <pc:sldMk cId="0" sldId="262"/>
            <ac:picMk id="22" creationId="{A4DAEC1A-4455-99F8-7DA2-4A94C0A1A397}"/>
          </ac:picMkLst>
        </pc:picChg>
        <pc:picChg chg="add mod">
          <ac:chgData name="RDV 36" userId="9d2d4dde673e16a4" providerId="LiveId" clId="{CC4B6D4D-3D70-452C-A440-0B79F8F6005C}" dt="2025-04-18T09:06:54.218" v="996" actId="571"/>
          <ac:picMkLst>
            <pc:docMk/>
            <pc:sldMk cId="0" sldId="262"/>
            <ac:picMk id="23" creationId="{B38E5C71-CBA5-F779-DB20-8477AD017F2D}"/>
          </ac:picMkLst>
        </pc:picChg>
        <pc:picChg chg="add mod">
          <ac:chgData name="RDV 36" userId="9d2d4dde673e16a4" providerId="LiveId" clId="{CC4B6D4D-3D70-452C-A440-0B79F8F6005C}" dt="2025-04-18T09:06:54.218" v="996" actId="571"/>
          <ac:picMkLst>
            <pc:docMk/>
            <pc:sldMk cId="0" sldId="262"/>
            <ac:picMk id="24" creationId="{F04E88A2-D98C-5666-8960-07BA30854F96}"/>
          </ac:picMkLst>
        </pc:picChg>
        <pc:picChg chg="add mod">
          <ac:chgData name="RDV 36" userId="9d2d4dde673e16a4" providerId="LiveId" clId="{CC4B6D4D-3D70-452C-A440-0B79F8F6005C}" dt="2025-04-18T09:06:54.218" v="996" actId="571"/>
          <ac:picMkLst>
            <pc:docMk/>
            <pc:sldMk cId="0" sldId="262"/>
            <ac:picMk id="25" creationId="{909AF395-3940-807C-41B7-DD5976AAC8BB}"/>
          </ac:picMkLst>
        </pc:picChg>
        <pc:picChg chg="add mod">
          <ac:chgData name="RDV 36" userId="9d2d4dde673e16a4" providerId="LiveId" clId="{CC4B6D4D-3D70-452C-A440-0B79F8F6005C}" dt="2025-04-18T09:08:47.682" v="1016" actId="571"/>
          <ac:picMkLst>
            <pc:docMk/>
            <pc:sldMk cId="0" sldId="262"/>
            <ac:picMk id="26" creationId="{495714C2-E874-32E9-B43D-9CEC96179D6E}"/>
          </ac:picMkLst>
        </pc:picChg>
        <pc:picChg chg="add mod">
          <ac:chgData name="RDV 36" userId="9d2d4dde673e16a4" providerId="LiveId" clId="{CC4B6D4D-3D70-452C-A440-0B79F8F6005C}" dt="2025-04-18T09:08:47.682" v="1016" actId="571"/>
          <ac:picMkLst>
            <pc:docMk/>
            <pc:sldMk cId="0" sldId="262"/>
            <ac:picMk id="27" creationId="{C145BCBF-5412-7126-EED3-534296EA32BA}"/>
          </ac:picMkLst>
        </pc:picChg>
        <pc:picChg chg="add mod">
          <ac:chgData name="RDV 36" userId="9d2d4dde673e16a4" providerId="LiveId" clId="{CC4B6D4D-3D70-452C-A440-0B79F8F6005C}" dt="2025-04-18T09:08:47.682" v="1016" actId="571"/>
          <ac:picMkLst>
            <pc:docMk/>
            <pc:sldMk cId="0" sldId="262"/>
            <ac:picMk id="28" creationId="{86574BA7-1EDA-4ABC-C664-0621585ABE64}"/>
          </ac:picMkLst>
        </pc:picChg>
        <pc:picChg chg="add mod">
          <ac:chgData name="RDV 36" userId="9d2d4dde673e16a4" providerId="LiveId" clId="{CC4B6D4D-3D70-452C-A440-0B79F8F6005C}" dt="2025-04-18T09:08:47.682" v="1016" actId="571"/>
          <ac:picMkLst>
            <pc:docMk/>
            <pc:sldMk cId="0" sldId="262"/>
            <ac:picMk id="29" creationId="{9FB356A6-3627-E931-FEDF-4088219F9FB4}"/>
          </ac:picMkLst>
        </pc:picChg>
        <pc:picChg chg="add del mod">
          <ac:chgData name="RDV 36" userId="9d2d4dde673e16a4" providerId="LiveId" clId="{CC4B6D4D-3D70-452C-A440-0B79F8F6005C}" dt="2025-04-18T09:08:48.277" v="1017" actId="1076"/>
          <ac:picMkLst>
            <pc:docMk/>
            <pc:sldMk cId="0" sldId="262"/>
            <ac:picMk id="5122" creationId="{8CB4B43C-2FFF-15D4-D52A-EFE108A89C5D}"/>
          </ac:picMkLst>
        </pc:picChg>
        <pc:picChg chg="add mod">
          <ac:chgData name="RDV 36" userId="9d2d4dde673e16a4" providerId="LiveId" clId="{CC4B6D4D-3D70-452C-A440-0B79F8F6005C}" dt="2025-04-18T09:07:34.032" v="1006" actId="1076"/>
          <ac:picMkLst>
            <pc:docMk/>
            <pc:sldMk cId="0" sldId="262"/>
            <ac:picMk id="5124" creationId="{582BF847-B12E-0641-A3A6-98130D37599E}"/>
          </ac:picMkLst>
        </pc:picChg>
        <pc:picChg chg="add mod">
          <ac:chgData name="RDV 36" userId="9d2d4dde673e16a4" providerId="LiveId" clId="{CC4B6D4D-3D70-452C-A440-0B79F8F6005C}" dt="2025-04-18T09:08:49.150" v="1018" actId="688"/>
          <ac:picMkLst>
            <pc:docMk/>
            <pc:sldMk cId="0" sldId="262"/>
            <ac:picMk id="5126" creationId="{34354967-ECA0-458E-0212-D9CFFEF083F1}"/>
          </ac:picMkLst>
        </pc:picChg>
        <pc:picChg chg="add del mod">
          <ac:chgData name="RDV 36" userId="9d2d4dde673e16a4" providerId="LiveId" clId="{CC4B6D4D-3D70-452C-A440-0B79F8F6005C}" dt="2025-04-18T09:07:00.317" v="998" actId="478"/>
          <ac:picMkLst>
            <pc:docMk/>
            <pc:sldMk cId="0" sldId="262"/>
            <ac:picMk id="5128" creationId="{ACED342D-345A-B8C9-9C36-BE1E9A1FDCD7}"/>
          </ac:picMkLst>
        </pc:picChg>
        <pc:picChg chg="add mod">
          <ac:chgData name="RDV 36" userId="9d2d4dde673e16a4" providerId="LiveId" clId="{CC4B6D4D-3D70-452C-A440-0B79F8F6005C}" dt="2025-04-18T09:07:38.903" v="1007" actId="1076"/>
          <ac:picMkLst>
            <pc:docMk/>
            <pc:sldMk cId="0" sldId="262"/>
            <ac:picMk id="5130" creationId="{1FC2E70A-92CE-0111-4258-87AAE35E751C}"/>
          </ac:picMkLst>
        </pc:picChg>
        <pc:picChg chg="add mod">
          <ac:chgData name="RDV 36" userId="9d2d4dde673e16a4" providerId="LiveId" clId="{CC4B6D4D-3D70-452C-A440-0B79F8F6005C}" dt="2025-04-18T09:05:40.061" v="962" actId="1076"/>
          <ac:picMkLst>
            <pc:docMk/>
            <pc:sldMk cId="0" sldId="262"/>
            <ac:picMk id="5132" creationId="{F3B505BE-382C-C625-70C6-99510B121F99}"/>
          </ac:picMkLst>
        </pc:picChg>
      </pc:sldChg>
      <pc:sldChg chg="addSp delSp modSp mod ord">
        <pc:chgData name="RDV 36" userId="9d2d4dde673e16a4" providerId="LiveId" clId="{CC4B6D4D-3D70-452C-A440-0B79F8F6005C}" dt="2025-04-18T09:14:30.081" v="1059" actId="1076"/>
        <pc:sldMkLst>
          <pc:docMk/>
          <pc:sldMk cId="0" sldId="263"/>
        </pc:sldMkLst>
        <pc:spChg chg="add mod ord">
          <ac:chgData name="RDV 36" userId="9d2d4dde673e16a4" providerId="LiveId" clId="{CC4B6D4D-3D70-452C-A440-0B79F8F6005C}" dt="2025-04-18T09:09:29.421" v="1023" actId="167"/>
          <ac:spMkLst>
            <pc:docMk/>
            <pc:sldMk cId="0" sldId="263"/>
            <ac:spMk id="3" creationId="{DDE8A351-04C1-FA2E-B01B-EC6A9B69D419}"/>
          </ac:spMkLst>
        </pc:spChg>
        <pc:spChg chg="add del">
          <ac:chgData name="RDV 36" userId="9d2d4dde673e16a4" providerId="LiveId" clId="{CC4B6D4D-3D70-452C-A440-0B79F8F6005C}" dt="2025-04-18T09:10:27.471" v="1030" actId="22"/>
          <ac:spMkLst>
            <pc:docMk/>
            <pc:sldMk cId="0" sldId="263"/>
            <ac:spMk id="8" creationId="{87EF38F1-827D-A947-74CF-C079636FBDB1}"/>
          </ac:spMkLst>
        </pc:spChg>
        <pc:spChg chg="add mod">
          <ac:chgData name="RDV 36" userId="9d2d4dde673e16a4" providerId="LiveId" clId="{CC4B6D4D-3D70-452C-A440-0B79F8F6005C}" dt="2025-04-18T09:10:35.981" v="1034" actId="1076"/>
          <ac:spMkLst>
            <pc:docMk/>
            <pc:sldMk cId="0" sldId="263"/>
            <ac:spMk id="10" creationId="{F3457DF0-35D1-9F54-B8B1-CF03A9854068}"/>
          </ac:spMkLst>
        </pc:spChg>
        <pc:spChg chg="mod">
          <ac:chgData name="RDV 36" userId="9d2d4dde673e16a4" providerId="LiveId" clId="{CC4B6D4D-3D70-452C-A440-0B79F8F6005C}" dt="2025-04-18T09:12:03.633" v="1041" actId="1076"/>
          <ac:spMkLst>
            <pc:docMk/>
            <pc:sldMk cId="0" sldId="263"/>
            <ac:spMk id="16" creationId="{0BB0D578-1DFA-217B-3153-79DC3D59D45A}"/>
          </ac:spMkLst>
        </pc:spChg>
        <pc:picChg chg="add mod">
          <ac:chgData name="RDV 36" userId="9d2d4dde673e16a4" providerId="LiveId" clId="{CC4B6D4D-3D70-452C-A440-0B79F8F6005C}" dt="2025-04-18T09:12:11.853" v="1044" actId="1076"/>
          <ac:picMkLst>
            <pc:docMk/>
            <pc:sldMk cId="0" sldId="263"/>
            <ac:picMk id="2052" creationId="{BD5A6B2E-9A47-9003-0260-8222C17955AA}"/>
          </ac:picMkLst>
        </pc:picChg>
        <pc:picChg chg="add mod">
          <ac:chgData name="RDV 36" userId="9d2d4dde673e16a4" providerId="LiveId" clId="{CC4B6D4D-3D70-452C-A440-0B79F8F6005C}" dt="2025-04-18T09:14:30.081" v="1059" actId="1076"/>
          <ac:picMkLst>
            <pc:docMk/>
            <pc:sldMk cId="0" sldId="263"/>
            <ac:picMk id="7170" creationId="{60EF742B-CDD6-A930-2BB2-3BDADE0E9CAD}"/>
          </ac:picMkLst>
        </pc:picChg>
        <pc:picChg chg="add mod">
          <ac:chgData name="RDV 36" userId="9d2d4dde673e16a4" providerId="LiveId" clId="{CC4B6D4D-3D70-452C-A440-0B79F8F6005C}" dt="2025-04-18T09:13:50.173" v="1055" actId="1076"/>
          <ac:picMkLst>
            <pc:docMk/>
            <pc:sldMk cId="0" sldId="263"/>
            <ac:picMk id="7172" creationId="{435F045A-3B53-495C-3CBB-08A82B16B30E}"/>
          </ac:picMkLst>
        </pc:picChg>
      </pc:sldChg>
      <pc:sldChg chg="del">
        <pc:chgData name="RDV 36" userId="9d2d4dde673e16a4" providerId="LiveId" clId="{CC4B6D4D-3D70-452C-A440-0B79F8F6005C}" dt="2025-04-18T09:10:53.403" v="1038" actId="47"/>
        <pc:sldMkLst>
          <pc:docMk/>
          <pc:sldMk cId="0" sldId="264"/>
        </pc:sldMkLst>
      </pc:sldChg>
      <pc:sldChg chg="addSp delSp modSp mod modAnim">
        <pc:chgData name="RDV 36" userId="9d2d4dde673e16a4" providerId="LiveId" clId="{CC4B6D4D-3D70-452C-A440-0B79F8F6005C}" dt="2025-04-18T09:18:29.924" v="1144" actId="1076"/>
        <pc:sldMkLst>
          <pc:docMk/>
          <pc:sldMk cId="0" sldId="265"/>
        </pc:sldMkLst>
        <pc:spChg chg="mod">
          <ac:chgData name="RDV 36" userId="9d2d4dde673e16a4" providerId="LiveId" clId="{CC4B6D4D-3D70-452C-A440-0B79F8F6005C}" dt="2025-04-18T09:18:29.924" v="1144" actId="1076"/>
          <ac:spMkLst>
            <pc:docMk/>
            <pc:sldMk cId="0" sldId="265"/>
            <ac:spMk id="2" creationId="{00000000-0000-0000-0000-000000000000}"/>
          </ac:spMkLst>
        </pc:spChg>
        <pc:spChg chg="add del">
          <ac:chgData name="RDV 36" userId="9d2d4dde673e16a4" providerId="LiveId" clId="{CC4B6D4D-3D70-452C-A440-0B79F8F6005C}" dt="2025-04-18T09:16:14.125" v="1071" actId="22"/>
          <ac:spMkLst>
            <pc:docMk/>
            <pc:sldMk cId="0" sldId="265"/>
            <ac:spMk id="6" creationId="{1A18542F-818B-E7B6-F986-15DEC1F830B8}"/>
          </ac:spMkLst>
        </pc:spChg>
        <pc:spChg chg="add mod">
          <ac:chgData name="RDV 36" userId="9d2d4dde673e16a4" providerId="LiveId" clId="{CC4B6D4D-3D70-452C-A440-0B79F8F6005C}" dt="2025-04-18T09:17:37.063" v="1106" actId="1076"/>
          <ac:spMkLst>
            <pc:docMk/>
            <pc:sldMk cId="0" sldId="265"/>
            <ac:spMk id="8" creationId="{A523A290-B555-733D-8D53-B4FBDC903F9C}"/>
          </ac:spMkLst>
        </pc:spChg>
        <pc:spChg chg="add mod">
          <ac:chgData name="RDV 36" userId="9d2d4dde673e16a4" providerId="LiveId" clId="{CC4B6D4D-3D70-452C-A440-0B79F8F6005C}" dt="2025-04-18T09:18:26.663" v="1143" actId="1076"/>
          <ac:spMkLst>
            <pc:docMk/>
            <pc:sldMk cId="0" sldId="265"/>
            <ac:spMk id="10" creationId="{4CE07914-64A1-EDAA-C7D3-0CEB844B375E}"/>
          </ac:spMkLst>
        </pc:spChg>
        <pc:picChg chg="add mod">
          <ac:chgData name="RDV 36" userId="9d2d4dde673e16a4" providerId="LiveId" clId="{CC4B6D4D-3D70-452C-A440-0B79F8F6005C}" dt="2025-04-18T09:17:42.986" v="1107" actId="1076"/>
          <ac:picMkLst>
            <pc:docMk/>
            <pc:sldMk cId="0" sldId="265"/>
            <ac:picMk id="4" creationId="{045E1C70-E5B5-679A-2D0A-6C8D4A3CC06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19776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264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3341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0451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9628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8533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002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65844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01531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9690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6219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8/14/2025</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64932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1.sv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7.svg"/><Relationship Id="rId7" Type="http://schemas.openxmlformats.org/officeDocument/2006/relationships/image" Target="../media/image5.jpe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22.sv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svg"/><Relationship Id="rId11" Type="http://schemas.openxmlformats.org/officeDocument/2006/relationships/image" Target="../media/image6.jpg"/><Relationship Id="rId5" Type="http://schemas.openxmlformats.org/officeDocument/2006/relationships/image" Target="../media/image30.png"/><Relationship Id="rId10" Type="http://schemas.openxmlformats.org/officeDocument/2006/relationships/image" Target="../media/image7.png"/><Relationship Id="rId4" Type="http://schemas.openxmlformats.org/officeDocument/2006/relationships/image" Target="../media/image29.png"/><Relationship Id="rId9" Type="http://schemas.openxmlformats.org/officeDocument/2006/relationships/image" Target="../media/image34.jpeg"/></Relationships>
</file>

<file path=ppt/slides/_rels/slide7.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35.jpe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6.jpg"/><Relationship Id="rId4" Type="http://schemas.openxmlformats.org/officeDocument/2006/relationships/image" Target="../media/image37.jpe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3.png"/><Relationship Id="rId7" Type="http://schemas.openxmlformats.org/officeDocument/2006/relationships/image" Target="../media/image6.jp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7DD84F4-BCCB-6D29-5E3C-24DDF1C82915}"/>
              </a:ext>
            </a:extLst>
          </p:cNvPr>
          <p:cNvSpPr/>
          <p:nvPr/>
        </p:nvSpPr>
        <p:spPr>
          <a:xfrm>
            <a:off x="2387319" y="8889422"/>
            <a:ext cx="2870481" cy="752951"/>
          </a:xfrm>
          <a:prstGeom prst="roundRect">
            <a:avLst>
              <a:gd name="adj" fmla="val 50000"/>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a:solidFill>
                <a:schemeClr val="tx2"/>
              </a:solidFill>
            </a:endParaRPr>
          </a:p>
        </p:txBody>
      </p:sp>
      <p:sp>
        <p:nvSpPr>
          <p:cNvPr id="3" name="TextBox 2">
            <a:extLst>
              <a:ext uri="{FF2B5EF4-FFF2-40B4-BE49-F238E27FC236}">
                <a16:creationId xmlns:a16="http://schemas.microsoft.com/office/drawing/2014/main" id="{FF208AD5-B764-5DDA-576E-A667E2D9CE34}"/>
              </a:ext>
            </a:extLst>
          </p:cNvPr>
          <p:cNvSpPr txBox="1"/>
          <p:nvPr/>
        </p:nvSpPr>
        <p:spPr>
          <a:xfrm>
            <a:off x="1775848" y="2517039"/>
            <a:ext cx="14736301" cy="1052029"/>
          </a:xfrm>
          <a:prstGeom prst="rect">
            <a:avLst/>
          </a:prstGeom>
        </p:spPr>
        <p:txBody>
          <a:bodyPr lIns="0" tIns="0" rIns="0" bIns="0" rtlCol="0" anchor="t">
            <a:spAutoFit/>
          </a:bodyPr>
          <a:lstStyle/>
          <a:p>
            <a:pPr marL="0" marR="0" lvl="0" indent="0" algn="ctr" defTabSz="914400" rtl="0" eaLnBrk="1" fontAlgn="auto" latinLnBrk="0" hangingPunct="1">
              <a:lnSpc>
                <a:spcPts val="7417"/>
              </a:lnSpc>
              <a:spcBef>
                <a:spcPts val="0"/>
              </a:spcBef>
              <a:spcAft>
                <a:spcPts val="0"/>
              </a:spcAft>
              <a:buClrTx/>
              <a:buSzTx/>
              <a:buFontTx/>
              <a:buNone/>
              <a:tabLst/>
              <a:defRPr/>
            </a:pPr>
            <a:r>
              <a:rPr kumimoji="0" lang="en-US" sz="9271" b="0" i="0" u="none" strike="noStrike" kern="1200" cap="none" spc="463" normalizeH="0" baseline="0" noProof="0" dirty="0">
                <a:ln>
                  <a:noFill/>
                </a:ln>
                <a:solidFill>
                  <a:srgbClr val="3BB371"/>
                </a:solidFill>
                <a:effectLst/>
                <a:uLnTx/>
                <a:uFillTx/>
                <a:latin typeface="TAN Nimbus"/>
                <a:ea typeface="TAN Nimbus"/>
                <a:cs typeface="TAN Nimbus"/>
                <a:sym typeface="TAN Nimbus"/>
              </a:rPr>
              <a:t>INNOTECH</a:t>
            </a:r>
          </a:p>
        </p:txBody>
      </p:sp>
      <p:sp>
        <p:nvSpPr>
          <p:cNvPr id="4" name="TextBox 3">
            <a:extLst>
              <a:ext uri="{FF2B5EF4-FFF2-40B4-BE49-F238E27FC236}">
                <a16:creationId xmlns:a16="http://schemas.microsoft.com/office/drawing/2014/main" id="{F7F0DC42-32F2-8DC1-448D-E9D5D110D371}"/>
              </a:ext>
            </a:extLst>
          </p:cNvPr>
          <p:cNvSpPr txBox="1"/>
          <p:nvPr/>
        </p:nvSpPr>
        <p:spPr>
          <a:xfrm>
            <a:off x="4118101" y="3744712"/>
            <a:ext cx="10359897" cy="437620"/>
          </a:xfrm>
          <a:prstGeom prst="rect">
            <a:avLst/>
          </a:prstGeom>
        </p:spPr>
        <p:txBody>
          <a:bodyPr lIns="0" tIns="0" rIns="0" bIns="0" rtlCol="0" anchor="t">
            <a:spAutoFit/>
          </a:bodyPr>
          <a:lstStyle/>
          <a:p>
            <a:pPr lvl="0" algn="ctr">
              <a:lnSpc>
                <a:spcPts val="3272"/>
              </a:lnSpc>
            </a:pPr>
            <a:r>
              <a:rPr lang="en-US" sz="3850" spc="192" dirty="0">
                <a:solidFill>
                  <a:srgbClr val="002B46"/>
                </a:solidFill>
                <a:latin typeface="Times New Roman"/>
                <a:ea typeface="Times New Roman"/>
                <a:cs typeface="Times New Roman"/>
                <a:sym typeface="Times New Roman"/>
              </a:rPr>
              <a:t>~</a:t>
            </a:r>
            <a:r>
              <a:rPr lang="en-IN" sz="4000" dirty="0">
                <a:latin typeface="Times New Roman" panose="02020603050405020304" pitchFamily="18" charset="0"/>
                <a:cs typeface="Times New Roman" panose="02020603050405020304" pitchFamily="18" charset="0"/>
              </a:rPr>
              <a:t> SOLVE-A-THON</a:t>
            </a:r>
            <a:endParaRPr lang="en-US" sz="3850" spc="192" dirty="0">
              <a:solidFill>
                <a:srgbClr val="002B46"/>
              </a:solidFill>
              <a:latin typeface="Times New Roman"/>
              <a:ea typeface="Times New Roman"/>
              <a:cs typeface="Times New Roman"/>
              <a:sym typeface="Times New Roman"/>
            </a:endParaRPr>
          </a:p>
        </p:txBody>
      </p:sp>
      <p:sp>
        <p:nvSpPr>
          <p:cNvPr id="5" name="TextBox 2">
            <a:extLst>
              <a:ext uri="{FF2B5EF4-FFF2-40B4-BE49-F238E27FC236}">
                <a16:creationId xmlns:a16="http://schemas.microsoft.com/office/drawing/2014/main" id="{7E55EC92-01EA-68C1-51C7-2706B6BFFCF5}"/>
              </a:ext>
            </a:extLst>
          </p:cNvPr>
          <p:cNvSpPr txBox="1"/>
          <p:nvPr/>
        </p:nvSpPr>
        <p:spPr>
          <a:xfrm>
            <a:off x="1929898" y="6429307"/>
            <a:ext cx="14736301" cy="1052029"/>
          </a:xfrm>
          <a:prstGeom prst="rect">
            <a:avLst/>
          </a:prstGeom>
        </p:spPr>
        <p:txBody>
          <a:bodyPr lIns="0" tIns="0" rIns="0" bIns="0" rtlCol="0" anchor="t">
            <a:spAutoFit/>
          </a:bodyPr>
          <a:lstStyle/>
          <a:p>
            <a:pPr marL="0" marR="0" lvl="0" indent="0" algn="ctr" defTabSz="914400" rtl="0" eaLnBrk="1" fontAlgn="auto" latinLnBrk="0" hangingPunct="1">
              <a:lnSpc>
                <a:spcPts val="7417"/>
              </a:lnSpc>
              <a:spcBef>
                <a:spcPts val="0"/>
              </a:spcBef>
              <a:spcAft>
                <a:spcPts val="0"/>
              </a:spcAft>
              <a:buClrTx/>
              <a:buSzTx/>
              <a:buFontTx/>
              <a:buNone/>
              <a:tabLst/>
              <a:defRPr/>
            </a:pPr>
            <a:r>
              <a:rPr kumimoji="0" lang="en-US" sz="9271" b="0" i="0" u="none" strike="noStrike" kern="1200" cap="none" spc="463" normalizeH="0" baseline="0" noProof="0" dirty="0" err="1">
                <a:ln>
                  <a:noFill/>
                </a:ln>
                <a:solidFill>
                  <a:schemeClr val="tx2">
                    <a:lumMod val="75000"/>
                  </a:schemeClr>
                </a:solidFill>
                <a:effectLst/>
                <a:uLnTx/>
                <a:uFillTx/>
                <a:latin typeface="TAN Nimbus"/>
                <a:ea typeface="TAN Nimbus"/>
                <a:cs typeface="TAN Nimbus"/>
                <a:sym typeface="TAN Nimbus"/>
              </a:rPr>
              <a:t>BlindGo</a:t>
            </a:r>
            <a:endParaRPr kumimoji="0" lang="en-US" sz="9271" b="0" i="0" u="none" strike="noStrike" kern="1200" cap="none" spc="463" normalizeH="0" baseline="0" noProof="0" dirty="0">
              <a:ln>
                <a:noFill/>
              </a:ln>
              <a:solidFill>
                <a:schemeClr val="tx2">
                  <a:lumMod val="75000"/>
                </a:schemeClr>
              </a:solidFill>
              <a:effectLst/>
              <a:uLnTx/>
              <a:uFillTx/>
              <a:latin typeface="TAN Nimbus"/>
              <a:ea typeface="TAN Nimbus"/>
              <a:cs typeface="TAN Nimbus"/>
              <a:sym typeface="TAN Nimbus"/>
            </a:endParaRPr>
          </a:p>
        </p:txBody>
      </p:sp>
      <p:pic>
        <p:nvPicPr>
          <p:cNvPr id="6" name="Picture 2">
            <a:extLst>
              <a:ext uri="{FF2B5EF4-FFF2-40B4-BE49-F238E27FC236}">
                <a16:creationId xmlns:a16="http://schemas.microsoft.com/office/drawing/2014/main" id="{C2C827B0-C464-52DE-B5AD-F856DDDE9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757064">
            <a:off x="14755067" y="5692707"/>
            <a:ext cx="2800350" cy="38893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890EAAB-7F42-1946-1EE8-C7B9125B71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117199">
            <a:off x="1196736" y="4320377"/>
            <a:ext cx="2586381" cy="240298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30D9BB9F-98A8-218E-C575-7ED2CCC6A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5870" y="4534007"/>
            <a:ext cx="2644358" cy="117313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a:extLst>
              <a:ext uri="{FF2B5EF4-FFF2-40B4-BE49-F238E27FC236}">
                <a16:creationId xmlns:a16="http://schemas.microsoft.com/office/drawing/2014/main" id="{72C36267-98C6-EAF9-E1AB-3CA823EFB88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20419196">
            <a:off x="12164686" y="9208964"/>
            <a:ext cx="2124863" cy="130968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98E2B2D-173B-1AF2-4F0A-6221FFC44546}"/>
              </a:ext>
            </a:extLst>
          </p:cNvPr>
          <p:cNvSpPr txBox="1"/>
          <p:nvPr/>
        </p:nvSpPr>
        <p:spPr>
          <a:xfrm>
            <a:off x="2758973" y="8811376"/>
            <a:ext cx="2194027"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1F497D">
                    <a:lumMod val="75000"/>
                  </a:srgbClr>
                </a:solidFill>
                <a:effectLst/>
                <a:uLnTx/>
                <a:uFillTx/>
                <a:latin typeface="Times New Roman"/>
                <a:ea typeface="Times New Roman"/>
                <a:cs typeface="Times New Roman"/>
                <a:sym typeface="Times New Roman"/>
              </a:rPr>
              <a:t>Nexus</a:t>
            </a:r>
            <a:endParaRPr kumimoji="0" lang="en-IN" sz="3600" b="0" i="0" u="none" strike="noStrike" kern="1200" cap="none" spc="0" normalizeH="0" baseline="0" noProof="0" dirty="0">
              <a:ln>
                <a:noFill/>
              </a:ln>
              <a:solidFill>
                <a:srgbClr val="1F497D">
                  <a:lumMod val="75000"/>
                </a:srgbClr>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23644460-2CAF-1975-8A5C-3378356951E7}"/>
              </a:ext>
            </a:extLst>
          </p:cNvPr>
          <p:cNvSpPr txBox="1"/>
          <p:nvPr/>
        </p:nvSpPr>
        <p:spPr>
          <a:xfrm>
            <a:off x="2493227" y="8142513"/>
            <a:ext cx="2764573"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rgbClr val="1F497D">
                    <a:lumMod val="75000"/>
                  </a:srgbClr>
                </a:solidFill>
                <a:latin typeface="Times New Roman"/>
                <a:cs typeface="Times New Roman"/>
                <a:sym typeface="Times New Roman"/>
              </a:rPr>
              <a:t>BY TEAM:</a:t>
            </a:r>
            <a:endParaRPr kumimoji="0" lang="en-IN" sz="2800" b="0" i="0" u="none" strike="noStrike" kern="1200" cap="none" spc="0" normalizeH="0" baseline="0" noProof="0" dirty="0">
              <a:ln>
                <a:noFill/>
              </a:ln>
              <a:solidFill>
                <a:srgbClr val="1F497D">
                  <a:lumMod val="75000"/>
                </a:srgbClr>
              </a:solidFill>
              <a:effectLst/>
              <a:uLnTx/>
              <a:uFillTx/>
              <a:latin typeface="Calibri"/>
              <a:ea typeface="+mn-ea"/>
              <a:cs typeface="+mn-cs"/>
            </a:endParaRPr>
          </a:p>
        </p:txBody>
      </p:sp>
      <p:pic>
        <p:nvPicPr>
          <p:cNvPr id="12" name="Picture 6" descr="See related image detail. Use Your Smartphone With the Lights Off? You Might Be Risking Temporary ...">
            <a:extLst>
              <a:ext uri="{FF2B5EF4-FFF2-40B4-BE49-F238E27FC236}">
                <a16:creationId xmlns:a16="http://schemas.microsoft.com/office/drawing/2014/main" id="{05A119CA-4DCD-5708-3EBE-083EB26652D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1058" t="12182" r="28056" b="13976"/>
          <a:stretch/>
        </p:blipFill>
        <p:spPr bwMode="auto">
          <a:xfrm>
            <a:off x="7010400" y="4624553"/>
            <a:ext cx="685800" cy="99517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06B17D8-7D9F-A387-D497-E52AB21ECA6D}"/>
              </a:ext>
            </a:extLst>
          </p:cNvPr>
          <p:cNvSpPr txBox="1"/>
          <p:nvPr/>
        </p:nvSpPr>
        <p:spPr>
          <a:xfrm>
            <a:off x="4444582" y="7492971"/>
            <a:ext cx="9398832" cy="525465"/>
          </a:xfrm>
          <a:prstGeom prst="rect">
            <a:avLst/>
          </a:prstGeom>
          <a:noFill/>
        </p:spPr>
        <p:txBody>
          <a:bodyPr wrap="square">
            <a:spAutoFit/>
          </a:bodyPr>
          <a:lstStyle/>
          <a:p>
            <a:pPr marL="0" marR="0" lvl="0" indent="0" algn="ctr" defTabSz="914400" rtl="0" eaLnBrk="1" fontAlgn="auto" latinLnBrk="0" hangingPunct="1">
              <a:lnSpc>
                <a:spcPts val="3272"/>
              </a:lnSpc>
              <a:spcBef>
                <a:spcPts val="0"/>
              </a:spcBef>
              <a:spcAft>
                <a:spcPts val="0"/>
              </a:spcAft>
              <a:buClrTx/>
              <a:buSzTx/>
              <a:buFontTx/>
              <a:buNone/>
              <a:tabLst/>
              <a:defRPr/>
            </a:pPr>
            <a:r>
              <a:rPr lang="en-US" sz="3850" spc="192" dirty="0">
                <a:solidFill>
                  <a:srgbClr val="002B46"/>
                </a:solidFill>
                <a:latin typeface="Times New Roman"/>
                <a:ea typeface="Times New Roman"/>
                <a:cs typeface="Times New Roman"/>
                <a:sym typeface="Times New Roman"/>
              </a:rPr>
              <a:t>A VOICE BRIDGE</a:t>
            </a:r>
            <a:endParaRPr kumimoji="0" lang="en-US" sz="3850" b="0" i="0" u="none" strike="noStrike" kern="1200" cap="none" spc="192" normalizeH="0" baseline="0" noProof="0" dirty="0">
              <a:ln>
                <a:noFill/>
              </a:ln>
              <a:solidFill>
                <a:srgbClr val="002B46"/>
              </a:solidFill>
              <a:effectLst/>
              <a:uLnTx/>
              <a:uFillTx/>
              <a:latin typeface="Times New Roman"/>
              <a:ea typeface="Times New Roman"/>
              <a:cs typeface="Times New Roman"/>
              <a:sym typeface="Times New Roman"/>
            </a:endParaRPr>
          </a:p>
        </p:txBody>
      </p:sp>
      <p:pic>
        <p:nvPicPr>
          <p:cNvPr id="14" name="Picture 13">
            <a:extLst>
              <a:ext uri="{FF2B5EF4-FFF2-40B4-BE49-F238E27FC236}">
                <a16:creationId xmlns:a16="http://schemas.microsoft.com/office/drawing/2014/main" id="{7929F188-2C1B-14F1-D00B-DDB6016120BA}"/>
              </a:ext>
            </a:extLst>
          </p:cNvPr>
          <p:cNvPicPr>
            <a:picLocks noChangeAspect="1"/>
          </p:cNvPicPr>
          <p:nvPr/>
        </p:nvPicPr>
        <p:blipFill>
          <a:blip r:embed="rId7"/>
          <a:stretch>
            <a:fillRect/>
          </a:stretch>
        </p:blipFill>
        <p:spPr>
          <a:xfrm>
            <a:off x="433833" y="361239"/>
            <a:ext cx="2056093" cy="1401881"/>
          </a:xfrm>
          <a:prstGeom prst="rect">
            <a:avLst/>
          </a:prstGeom>
        </p:spPr>
      </p:pic>
      <p:pic>
        <p:nvPicPr>
          <p:cNvPr id="15" name="Picture 2" descr="SRM Institute of Science and Technology">
            <a:extLst>
              <a:ext uri="{FF2B5EF4-FFF2-40B4-BE49-F238E27FC236}">
                <a16:creationId xmlns:a16="http://schemas.microsoft.com/office/drawing/2014/main" id="{A8028572-3E66-BF20-F189-19AF7AA6C17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06800" y="215753"/>
            <a:ext cx="1547367" cy="1547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82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26" presetClass="emph" presetSubtype="0" fill="hold" nodeType="withEffect">
                                  <p:stCondLst>
                                    <p:cond delay="0"/>
                                  </p:stCondLst>
                                  <p:childTnLst>
                                    <p:animEffect transition="out" filter="fade">
                                      <p:cBhvr>
                                        <p:cTn id="11" dur="1000" tmFilter="0, 0; .2, .5; .8, .5; 1, 0"/>
                                        <p:tgtEl>
                                          <p:spTgt spid="7"/>
                                        </p:tgtEl>
                                      </p:cBhvr>
                                    </p:animEffect>
                                    <p:animScale>
                                      <p:cBhvr>
                                        <p:cTn id="12" dur="500" autoRev="1" fill="hold"/>
                                        <p:tgtEl>
                                          <p:spTgt spid="7"/>
                                        </p:tgtEl>
                                      </p:cBhvr>
                                      <p:by x="105000" y="105000"/>
                                    </p:animScale>
                                  </p:childTnLst>
                                </p:cTn>
                              </p:par>
                              <p:par>
                                <p:cTn id="13" presetID="42"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par>
                                <p:cTn id="28" presetID="32" presetClass="emph" presetSubtype="0" fill="hold" nodeType="withEffect">
                                  <p:stCondLst>
                                    <p:cond delay="0"/>
                                  </p:stCondLst>
                                  <p:childTnLst>
                                    <p:animRot by="120000">
                                      <p:cBhvr>
                                        <p:cTn id="29" dur="100" fill="hold">
                                          <p:stCondLst>
                                            <p:cond delay="0"/>
                                          </p:stCondLst>
                                        </p:cTn>
                                        <p:tgtEl>
                                          <p:spTgt spid="9"/>
                                        </p:tgtEl>
                                        <p:attrNameLst>
                                          <p:attrName>r</p:attrName>
                                        </p:attrNameLst>
                                      </p:cBhvr>
                                    </p:animRot>
                                    <p:animRot by="-240000">
                                      <p:cBhvr>
                                        <p:cTn id="30" dur="200" fill="hold">
                                          <p:stCondLst>
                                            <p:cond delay="200"/>
                                          </p:stCondLst>
                                        </p:cTn>
                                        <p:tgtEl>
                                          <p:spTgt spid="9"/>
                                        </p:tgtEl>
                                        <p:attrNameLst>
                                          <p:attrName>r</p:attrName>
                                        </p:attrNameLst>
                                      </p:cBhvr>
                                    </p:animRot>
                                    <p:animRot by="240000">
                                      <p:cBhvr>
                                        <p:cTn id="31" dur="200" fill="hold">
                                          <p:stCondLst>
                                            <p:cond delay="400"/>
                                          </p:stCondLst>
                                        </p:cTn>
                                        <p:tgtEl>
                                          <p:spTgt spid="9"/>
                                        </p:tgtEl>
                                        <p:attrNameLst>
                                          <p:attrName>r</p:attrName>
                                        </p:attrNameLst>
                                      </p:cBhvr>
                                    </p:animRot>
                                    <p:animRot by="-240000">
                                      <p:cBhvr>
                                        <p:cTn id="32" dur="200" fill="hold">
                                          <p:stCondLst>
                                            <p:cond delay="600"/>
                                          </p:stCondLst>
                                        </p:cTn>
                                        <p:tgtEl>
                                          <p:spTgt spid="9"/>
                                        </p:tgtEl>
                                        <p:attrNameLst>
                                          <p:attrName>r</p:attrName>
                                        </p:attrNameLst>
                                      </p:cBhvr>
                                    </p:animRot>
                                    <p:animRot by="120000">
                                      <p:cBhvr>
                                        <p:cTn id="33" dur="200" fill="hold">
                                          <p:stCondLst>
                                            <p:cond delay="800"/>
                                          </p:stCondLst>
                                        </p:cTn>
                                        <p:tgtEl>
                                          <p:spTgt spid="9"/>
                                        </p:tgtEl>
                                        <p:attrNameLst>
                                          <p:attrName>r</p:attrName>
                                        </p:attrNameLst>
                                      </p:cBhvr>
                                    </p:animRot>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1000"/>
                                        <p:tgtEl>
                                          <p:spTgt spid="2"/>
                                        </p:tgtEl>
                                      </p:cBhvr>
                                    </p:animEffect>
                                    <p:anim calcmode="lin" valueType="num">
                                      <p:cBhvr>
                                        <p:cTn id="42" dur="1000" fill="hold"/>
                                        <p:tgtEl>
                                          <p:spTgt spid="2"/>
                                        </p:tgtEl>
                                        <p:attrNameLst>
                                          <p:attrName>ppt_x</p:attrName>
                                        </p:attrNameLst>
                                      </p:cBhvr>
                                      <p:tavLst>
                                        <p:tav tm="0">
                                          <p:val>
                                            <p:strVal val="#ppt_x"/>
                                          </p:val>
                                        </p:tav>
                                        <p:tav tm="100000">
                                          <p:val>
                                            <p:strVal val="#ppt_x"/>
                                          </p:val>
                                        </p:tav>
                                      </p:tavLst>
                                    </p:anim>
                                    <p:anim calcmode="lin" valueType="num">
                                      <p:cBhvr>
                                        <p:cTn id="43" dur="1000" fill="hold"/>
                                        <p:tgtEl>
                                          <p:spTgt spid="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1000"/>
                                        <p:tgtEl>
                                          <p:spTgt spid="4"/>
                                        </p:tgtEl>
                                      </p:cBhvr>
                                    </p:animEffect>
                                    <p:anim calcmode="lin" valueType="num">
                                      <p:cBhvr>
                                        <p:cTn id="52" dur="1000" fill="hold"/>
                                        <p:tgtEl>
                                          <p:spTgt spid="4"/>
                                        </p:tgtEl>
                                        <p:attrNameLst>
                                          <p:attrName>ppt_x</p:attrName>
                                        </p:attrNameLst>
                                      </p:cBhvr>
                                      <p:tavLst>
                                        <p:tav tm="0">
                                          <p:val>
                                            <p:strVal val="#ppt_x"/>
                                          </p:val>
                                        </p:tav>
                                        <p:tav tm="100000">
                                          <p:val>
                                            <p:strVal val="#ppt_x"/>
                                          </p:val>
                                        </p:tav>
                                      </p:tavLst>
                                    </p:anim>
                                    <p:anim calcmode="lin" valueType="num">
                                      <p:cBhvr>
                                        <p:cTn id="53" dur="1000" fill="hold"/>
                                        <p:tgtEl>
                                          <p:spTgt spid="4"/>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F28851-86E3-5E16-1D53-8AD3ACF0F592}"/>
              </a:ext>
            </a:extLst>
          </p:cNvPr>
          <p:cNvSpPr/>
          <p:nvPr/>
        </p:nvSpPr>
        <p:spPr>
          <a:xfrm>
            <a:off x="0" y="0"/>
            <a:ext cx="18288000" cy="10287000"/>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4127A73F-4E87-5777-DF05-ABCD8403F3EA}"/>
              </a:ext>
            </a:extLst>
          </p:cNvPr>
          <p:cNvSpPr/>
          <p:nvPr/>
        </p:nvSpPr>
        <p:spPr>
          <a:xfrm>
            <a:off x="2819400" y="2375475"/>
            <a:ext cx="12649200" cy="5663625"/>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solidFill>
                <a:srgbClr val="00B050"/>
              </a:solidFill>
            </a:endParaRPr>
          </a:p>
        </p:txBody>
      </p:sp>
      <p:sp>
        <p:nvSpPr>
          <p:cNvPr id="2" name="TextBox 2"/>
          <p:cNvSpPr txBox="1"/>
          <p:nvPr/>
        </p:nvSpPr>
        <p:spPr>
          <a:xfrm>
            <a:off x="3234121" y="2048482"/>
            <a:ext cx="12234479" cy="5905848"/>
          </a:xfrm>
          <a:prstGeom prst="rect">
            <a:avLst/>
          </a:prstGeom>
        </p:spPr>
        <p:txBody>
          <a:bodyPr wrap="square" lIns="0" tIns="0" rIns="0" bIns="0" rtlCol="0" anchor="t">
            <a:spAutoFit/>
          </a:bodyPr>
          <a:lstStyle/>
          <a:p>
            <a:pPr algn="l">
              <a:lnSpc>
                <a:spcPts val="5827"/>
              </a:lnSpc>
              <a:spcBef>
                <a:spcPct val="0"/>
              </a:spcBef>
            </a:pPr>
            <a:endParaRPr lang="en-US" sz="4162" b="1" dirty="0">
              <a:solidFill>
                <a:srgbClr val="92D050"/>
              </a:solidFill>
              <a:latin typeface="Times New Roman Bold"/>
              <a:ea typeface="Times New Roman Bold"/>
              <a:cs typeface="Times New Roman Bold"/>
              <a:sym typeface="Times New Roman Bold"/>
            </a:endParaRPr>
          </a:p>
          <a:p>
            <a:pPr algn="ctr">
              <a:lnSpc>
                <a:spcPts val="5827"/>
              </a:lnSpc>
              <a:spcBef>
                <a:spcPct val="0"/>
              </a:spcBef>
            </a:pPr>
            <a:r>
              <a:rPr lang="en-US" sz="4162" b="1" dirty="0">
                <a:solidFill>
                  <a:srgbClr val="000000"/>
                </a:solidFill>
                <a:latin typeface="Times New Roman Bold"/>
                <a:ea typeface="Times New Roman Bold"/>
                <a:cs typeface="Times New Roman Bold"/>
                <a:sym typeface="Times New Roman Bold"/>
              </a:rPr>
              <a:t>Details: </a:t>
            </a:r>
            <a:r>
              <a:rPr lang="en-US" sz="4162" dirty="0">
                <a:solidFill>
                  <a:srgbClr val="000000"/>
                </a:solidFill>
                <a:latin typeface="Times New Roman"/>
                <a:ea typeface="Times New Roman"/>
                <a:cs typeface="Times New Roman"/>
                <a:sym typeface="Times New Roman"/>
              </a:rPr>
              <a:t> </a:t>
            </a:r>
          </a:p>
          <a:p>
            <a:pPr algn="l">
              <a:lnSpc>
                <a:spcPts val="4200"/>
              </a:lnSpc>
              <a:spcBef>
                <a:spcPct val="0"/>
              </a:spcBef>
            </a:pPr>
            <a:r>
              <a:rPr lang="en-US" sz="3000" dirty="0">
                <a:solidFill>
                  <a:srgbClr val="000000"/>
                </a:solidFill>
                <a:latin typeface="Times New Roman"/>
                <a:ea typeface="Times New Roman"/>
                <a:cs typeface="Times New Roman"/>
                <a:sym typeface="Times New Roman"/>
              </a:rPr>
              <a:t>Team Leader Name: </a:t>
            </a:r>
            <a:r>
              <a:rPr lang="en-US" sz="3000" b="1" dirty="0">
                <a:solidFill>
                  <a:srgbClr val="000000"/>
                </a:solidFill>
                <a:latin typeface="Times New Roman"/>
                <a:ea typeface="Times New Roman"/>
                <a:cs typeface="Times New Roman"/>
                <a:sym typeface="Times New Roman"/>
              </a:rPr>
              <a:t>P Mukesh Sai </a:t>
            </a:r>
          </a:p>
          <a:p>
            <a:pPr algn="l">
              <a:lnSpc>
                <a:spcPts val="4200"/>
              </a:lnSpc>
              <a:spcBef>
                <a:spcPct val="0"/>
              </a:spcBef>
            </a:pPr>
            <a:r>
              <a:rPr lang="en-US" sz="3000" dirty="0">
                <a:solidFill>
                  <a:srgbClr val="000000"/>
                </a:solidFill>
                <a:latin typeface="Times New Roman"/>
                <a:ea typeface="Times New Roman"/>
                <a:cs typeface="Times New Roman"/>
                <a:sym typeface="Times New Roman"/>
              </a:rPr>
              <a:t>Team Leader Mobile Number:  </a:t>
            </a:r>
            <a:r>
              <a:rPr lang="en-US" sz="3000" b="1" dirty="0">
                <a:solidFill>
                  <a:srgbClr val="000000"/>
                </a:solidFill>
                <a:latin typeface="Times New Roman"/>
                <a:ea typeface="Times New Roman"/>
                <a:cs typeface="Times New Roman"/>
                <a:sym typeface="Times New Roman"/>
              </a:rPr>
              <a:t>8008623582</a:t>
            </a:r>
          </a:p>
          <a:p>
            <a:pPr algn="l">
              <a:lnSpc>
                <a:spcPts val="4200"/>
              </a:lnSpc>
              <a:spcBef>
                <a:spcPct val="0"/>
              </a:spcBef>
            </a:pPr>
            <a:r>
              <a:rPr lang="en-US" sz="3000" dirty="0">
                <a:solidFill>
                  <a:srgbClr val="000000"/>
                </a:solidFill>
                <a:latin typeface="Times New Roman"/>
                <a:ea typeface="Times New Roman"/>
                <a:cs typeface="Times New Roman"/>
                <a:sym typeface="Times New Roman"/>
              </a:rPr>
              <a:t>Team Leader Email: </a:t>
            </a:r>
            <a:r>
              <a:rPr lang="en-US" sz="3000" b="1" dirty="0">
                <a:solidFill>
                  <a:srgbClr val="000000"/>
                </a:solidFill>
                <a:latin typeface="Times New Roman"/>
                <a:ea typeface="Times New Roman"/>
                <a:cs typeface="Times New Roman"/>
                <a:sym typeface="Times New Roman"/>
              </a:rPr>
              <a:t>mukesh19222326@gmail.com</a:t>
            </a:r>
          </a:p>
          <a:p>
            <a:pPr algn="l">
              <a:lnSpc>
                <a:spcPts val="4200"/>
              </a:lnSpc>
              <a:spcBef>
                <a:spcPct val="0"/>
              </a:spcBef>
            </a:pPr>
            <a:r>
              <a:rPr lang="en-US" sz="3000" dirty="0">
                <a:solidFill>
                  <a:srgbClr val="000000"/>
                </a:solidFill>
                <a:latin typeface="Times New Roman"/>
                <a:ea typeface="Times New Roman"/>
                <a:cs typeface="Times New Roman"/>
                <a:sym typeface="Times New Roman"/>
              </a:rPr>
              <a:t>No of Team Members: 3</a:t>
            </a:r>
          </a:p>
          <a:p>
            <a:pPr lvl="1">
              <a:lnSpc>
                <a:spcPts val="4200"/>
              </a:lnSpc>
              <a:spcBef>
                <a:spcPct val="0"/>
              </a:spcBef>
            </a:pPr>
            <a:r>
              <a:rPr lang="en-US" sz="3000" dirty="0">
                <a:solidFill>
                  <a:srgbClr val="000000"/>
                </a:solidFill>
                <a:latin typeface="Times New Roman"/>
                <a:ea typeface="Times New Roman"/>
                <a:cs typeface="Times New Roman"/>
                <a:sym typeface="Times New Roman"/>
              </a:rPr>
              <a:t>Other Team members details: </a:t>
            </a:r>
            <a:br>
              <a:rPr lang="en-US" sz="3000" dirty="0">
                <a:solidFill>
                  <a:srgbClr val="000000"/>
                </a:solidFill>
                <a:latin typeface="Times New Roman"/>
                <a:ea typeface="Times New Roman"/>
                <a:cs typeface="Times New Roman"/>
                <a:sym typeface="Times New Roman"/>
              </a:rPr>
            </a:br>
            <a:r>
              <a:rPr lang="en-US" sz="3000" dirty="0">
                <a:solidFill>
                  <a:srgbClr val="000000"/>
                </a:solidFill>
                <a:latin typeface="Times New Roman"/>
                <a:ea typeface="Times New Roman"/>
                <a:cs typeface="Times New Roman"/>
                <a:sym typeface="Times New Roman"/>
              </a:rPr>
              <a:t> 	- </a:t>
            </a:r>
            <a:r>
              <a:rPr lang="en-US" sz="3000" dirty="0" err="1">
                <a:solidFill>
                  <a:srgbClr val="000000"/>
                </a:solidFill>
                <a:latin typeface="Times New Roman"/>
                <a:ea typeface="Times New Roman"/>
                <a:cs typeface="Times New Roman"/>
                <a:sym typeface="Times New Roman"/>
              </a:rPr>
              <a:t>S.Somesh</a:t>
            </a:r>
            <a:r>
              <a:rPr lang="en-US" sz="3000" dirty="0">
                <a:solidFill>
                  <a:srgbClr val="000000"/>
                </a:solidFill>
                <a:latin typeface="Times New Roman"/>
                <a:ea typeface="Times New Roman"/>
                <a:cs typeface="Times New Roman"/>
                <a:sym typeface="Times New Roman"/>
              </a:rPr>
              <a:t> Kumar               		- </a:t>
            </a:r>
            <a:r>
              <a:rPr lang="en-US" sz="3000" dirty="0" err="1">
                <a:solidFill>
                  <a:srgbClr val="000000"/>
                </a:solidFill>
                <a:latin typeface="Times New Roman"/>
                <a:ea typeface="Times New Roman"/>
                <a:cs typeface="Times New Roman"/>
                <a:sym typeface="Times New Roman"/>
              </a:rPr>
              <a:t>P.Balaram</a:t>
            </a:r>
            <a:r>
              <a:rPr lang="en-US" sz="3000" dirty="0">
                <a:solidFill>
                  <a:srgbClr val="000000"/>
                </a:solidFill>
                <a:latin typeface="Times New Roman"/>
                <a:ea typeface="Times New Roman"/>
                <a:cs typeface="Times New Roman"/>
                <a:sym typeface="Times New Roman"/>
              </a:rPr>
              <a:t> Varma</a:t>
            </a:r>
          </a:p>
          <a:p>
            <a:pPr algn="l">
              <a:lnSpc>
                <a:spcPts val="4200"/>
              </a:lnSpc>
              <a:spcBef>
                <a:spcPct val="0"/>
              </a:spcBef>
            </a:pPr>
            <a:r>
              <a:rPr lang="en-US" sz="3000" dirty="0">
                <a:solidFill>
                  <a:srgbClr val="000000"/>
                </a:solidFill>
                <a:latin typeface="Times New Roman"/>
                <a:ea typeface="Times New Roman"/>
                <a:cs typeface="Times New Roman"/>
                <a:sym typeface="Times New Roman"/>
              </a:rPr>
              <a:t>Institute Name: </a:t>
            </a:r>
            <a:r>
              <a:rPr lang="en-US" sz="3000" b="1" i="0" dirty="0">
                <a:effectLst/>
                <a:latin typeface="Times New Roman" panose="02020603050405020304" pitchFamily="18" charset="0"/>
                <a:cs typeface="Times New Roman" panose="02020603050405020304" pitchFamily="18" charset="0"/>
              </a:rPr>
              <a:t>Vignan's Institute Of Information Technology ,DUVVADA</a:t>
            </a:r>
            <a:endParaRPr lang="en-US" sz="3000" b="1" dirty="0">
              <a:latin typeface="Times New Roman" panose="02020603050405020304" pitchFamily="18" charset="0"/>
              <a:ea typeface="Times New Roman"/>
              <a:cs typeface="Times New Roman" panose="02020603050405020304" pitchFamily="18" charset="0"/>
              <a:sym typeface="Times New Roman"/>
            </a:endParaRPr>
          </a:p>
          <a:p>
            <a:pPr algn="l">
              <a:lnSpc>
                <a:spcPts val="5827"/>
              </a:lnSpc>
              <a:spcBef>
                <a:spcPct val="0"/>
              </a:spcBef>
            </a:pPr>
            <a:endParaRPr lang="en-US" sz="3000" dirty="0">
              <a:solidFill>
                <a:srgbClr val="000000"/>
              </a:solidFill>
              <a:latin typeface="Times New Roman"/>
              <a:ea typeface="Times New Roman"/>
              <a:cs typeface="Times New Roman"/>
              <a:sym typeface="Times New Roman"/>
            </a:endParaRPr>
          </a:p>
        </p:txBody>
      </p:sp>
      <p:sp>
        <p:nvSpPr>
          <p:cNvPr id="4" name="Rectangle: Rounded Corners 3">
            <a:extLst>
              <a:ext uri="{FF2B5EF4-FFF2-40B4-BE49-F238E27FC236}">
                <a16:creationId xmlns:a16="http://schemas.microsoft.com/office/drawing/2014/main" id="{FCD4AC49-65D1-158E-B6F2-809F600FBFA8}"/>
              </a:ext>
            </a:extLst>
          </p:cNvPr>
          <p:cNvSpPr/>
          <p:nvPr/>
        </p:nvSpPr>
        <p:spPr>
          <a:xfrm>
            <a:off x="12268200" y="632175"/>
            <a:ext cx="3357623" cy="924568"/>
          </a:xfrm>
          <a:prstGeom prst="roundRect">
            <a:avLst>
              <a:gd name="adj" fmla="val 50000"/>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IN" sz="2800">
              <a:solidFill>
                <a:schemeClr val="tx2"/>
              </a:solidFill>
            </a:endParaRPr>
          </a:p>
        </p:txBody>
      </p:sp>
      <p:sp>
        <p:nvSpPr>
          <p:cNvPr id="5" name="TextBox 4">
            <a:extLst>
              <a:ext uri="{FF2B5EF4-FFF2-40B4-BE49-F238E27FC236}">
                <a16:creationId xmlns:a16="http://schemas.microsoft.com/office/drawing/2014/main" id="{54234B7D-046A-B841-8052-4A918149634A}"/>
              </a:ext>
            </a:extLst>
          </p:cNvPr>
          <p:cNvSpPr txBox="1"/>
          <p:nvPr/>
        </p:nvSpPr>
        <p:spPr>
          <a:xfrm>
            <a:off x="12760772" y="554129"/>
            <a:ext cx="2479227"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srgbClr val="1F497D">
                    <a:lumMod val="75000"/>
                  </a:srgbClr>
                </a:solidFill>
                <a:effectLst/>
                <a:uLnTx/>
                <a:uFillTx/>
                <a:latin typeface="Times New Roman"/>
                <a:ea typeface="Times New Roman"/>
                <a:cs typeface="Times New Roman"/>
                <a:sym typeface="Times New Roman"/>
              </a:rPr>
              <a:t>Nexus</a:t>
            </a:r>
            <a:endParaRPr kumimoji="0" lang="en-IN" sz="4800" b="0" i="0" u="none" strike="noStrike" kern="1200" cap="none" spc="0" normalizeH="0" baseline="0" noProof="0" dirty="0">
              <a:ln>
                <a:noFill/>
              </a:ln>
              <a:solidFill>
                <a:srgbClr val="1F497D">
                  <a:lumMod val="75000"/>
                </a:srgbClr>
              </a:solidFill>
              <a:effectLst/>
              <a:uLnTx/>
              <a:uFillTx/>
              <a:latin typeface="Calibri"/>
              <a:ea typeface="+mn-ea"/>
              <a:cs typeface="+mn-cs"/>
            </a:endParaRPr>
          </a:p>
        </p:txBody>
      </p:sp>
      <p:pic>
        <p:nvPicPr>
          <p:cNvPr id="4098" name="Picture 2">
            <a:extLst>
              <a:ext uri="{FF2B5EF4-FFF2-40B4-BE49-F238E27FC236}">
                <a16:creationId xmlns:a16="http://schemas.microsoft.com/office/drawing/2014/main" id="{BBC4151B-8546-F3DD-091D-858A85EC4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63946" y="7212420"/>
            <a:ext cx="52387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56582954-354B-43C1-4DE2-0FC0476DB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903" y="120873"/>
            <a:ext cx="5947483" cy="21765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anim calcmode="lin" valueType="num">
                                      <p:cBhvr>
                                        <p:cTn id="8" dur="2000" fill="hold"/>
                                        <p:tgtEl>
                                          <p:spTgt spid="5">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5">
                                            <p:txEl>
                                              <p:pRg st="0" end="0"/>
                                            </p:txEl>
                                          </p:spTgt>
                                        </p:tgtEl>
                                        <p:attrNameLst>
                                          <p:attrName>ppt_h</p:attrName>
                                        </p:attrNameLst>
                                      </p:cBhvr>
                                      <p:tavLst>
                                        <p:tav tm="0">
                                          <p:val>
                                            <p:strVal val="#ppt_h"/>
                                          </p:val>
                                        </p:tav>
                                        <p:tav tm="100000">
                                          <p:val>
                                            <p:strVal val="#ppt_h"/>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26" presetClass="entr" presetSubtype="0" fill="hold" nodeType="withEffect">
                                  <p:stCondLst>
                                    <p:cond delay="0"/>
                                  </p:stCondLst>
                                  <p:childTnLst>
                                    <p:set>
                                      <p:cBhvr>
                                        <p:cTn id="16" dur="1" fill="hold">
                                          <p:stCondLst>
                                            <p:cond delay="0"/>
                                          </p:stCondLst>
                                        </p:cTn>
                                        <p:tgtEl>
                                          <p:spTgt spid="4098"/>
                                        </p:tgtEl>
                                        <p:attrNameLst>
                                          <p:attrName>style.visibility</p:attrName>
                                        </p:attrNameLst>
                                      </p:cBhvr>
                                      <p:to>
                                        <p:strVal val="visible"/>
                                      </p:to>
                                    </p:set>
                                    <p:animEffect transition="in" filter="wipe(down)">
                                      <p:cBhvr>
                                        <p:cTn id="17" dur="580">
                                          <p:stCondLst>
                                            <p:cond delay="0"/>
                                          </p:stCondLst>
                                        </p:cTn>
                                        <p:tgtEl>
                                          <p:spTgt spid="4098"/>
                                        </p:tgtEl>
                                      </p:cBhvr>
                                    </p:animEffect>
                                    <p:anim calcmode="lin" valueType="num">
                                      <p:cBhvr>
                                        <p:cTn id="18" dur="1822" tmFilter="0,0; 0.14,0.36; 0.43,0.73; 0.71,0.91; 1.0,1.0">
                                          <p:stCondLst>
                                            <p:cond delay="0"/>
                                          </p:stCondLst>
                                        </p:cTn>
                                        <p:tgtEl>
                                          <p:spTgt spid="4098"/>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4098"/>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4098"/>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4098"/>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4098"/>
                                        </p:tgtEl>
                                        <p:attrNameLst>
                                          <p:attrName>ppt_y</p:attrName>
                                        </p:attrNameLst>
                                      </p:cBhvr>
                                      <p:tavLst>
                                        <p:tav tm="0" fmla="#ppt_y-sin(pi*$)/81">
                                          <p:val>
                                            <p:fltVal val="0"/>
                                          </p:val>
                                        </p:tav>
                                        <p:tav tm="100000">
                                          <p:val>
                                            <p:fltVal val="1"/>
                                          </p:val>
                                        </p:tav>
                                      </p:tavLst>
                                    </p:anim>
                                    <p:animScale>
                                      <p:cBhvr>
                                        <p:cTn id="23" dur="26">
                                          <p:stCondLst>
                                            <p:cond delay="650"/>
                                          </p:stCondLst>
                                        </p:cTn>
                                        <p:tgtEl>
                                          <p:spTgt spid="4098"/>
                                        </p:tgtEl>
                                      </p:cBhvr>
                                      <p:to x="100000" y="60000"/>
                                    </p:animScale>
                                    <p:animScale>
                                      <p:cBhvr>
                                        <p:cTn id="24" dur="166" decel="50000">
                                          <p:stCondLst>
                                            <p:cond delay="676"/>
                                          </p:stCondLst>
                                        </p:cTn>
                                        <p:tgtEl>
                                          <p:spTgt spid="4098"/>
                                        </p:tgtEl>
                                      </p:cBhvr>
                                      <p:to x="100000" y="100000"/>
                                    </p:animScale>
                                    <p:animScale>
                                      <p:cBhvr>
                                        <p:cTn id="25" dur="26">
                                          <p:stCondLst>
                                            <p:cond delay="1312"/>
                                          </p:stCondLst>
                                        </p:cTn>
                                        <p:tgtEl>
                                          <p:spTgt spid="4098"/>
                                        </p:tgtEl>
                                      </p:cBhvr>
                                      <p:to x="100000" y="80000"/>
                                    </p:animScale>
                                    <p:animScale>
                                      <p:cBhvr>
                                        <p:cTn id="26" dur="166" decel="50000">
                                          <p:stCondLst>
                                            <p:cond delay="1338"/>
                                          </p:stCondLst>
                                        </p:cTn>
                                        <p:tgtEl>
                                          <p:spTgt spid="4098"/>
                                        </p:tgtEl>
                                      </p:cBhvr>
                                      <p:to x="100000" y="100000"/>
                                    </p:animScale>
                                    <p:animScale>
                                      <p:cBhvr>
                                        <p:cTn id="27" dur="26">
                                          <p:stCondLst>
                                            <p:cond delay="1642"/>
                                          </p:stCondLst>
                                        </p:cTn>
                                        <p:tgtEl>
                                          <p:spTgt spid="4098"/>
                                        </p:tgtEl>
                                      </p:cBhvr>
                                      <p:to x="100000" y="90000"/>
                                    </p:animScale>
                                    <p:animScale>
                                      <p:cBhvr>
                                        <p:cTn id="28" dur="166" decel="50000">
                                          <p:stCondLst>
                                            <p:cond delay="1668"/>
                                          </p:stCondLst>
                                        </p:cTn>
                                        <p:tgtEl>
                                          <p:spTgt spid="4098"/>
                                        </p:tgtEl>
                                      </p:cBhvr>
                                      <p:to x="100000" y="100000"/>
                                    </p:animScale>
                                    <p:animScale>
                                      <p:cBhvr>
                                        <p:cTn id="29" dur="26">
                                          <p:stCondLst>
                                            <p:cond delay="1808"/>
                                          </p:stCondLst>
                                        </p:cTn>
                                        <p:tgtEl>
                                          <p:spTgt spid="4098"/>
                                        </p:tgtEl>
                                      </p:cBhvr>
                                      <p:to x="100000" y="95000"/>
                                    </p:animScale>
                                    <p:animScale>
                                      <p:cBhvr>
                                        <p:cTn id="30" dur="166" decel="50000">
                                          <p:stCondLst>
                                            <p:cond delay="1834"/>
                                          </p:stCondLst>
                                        </p:cTn>
                                        <p:tgtEl>
                                          <p:spTgt spid="4098"/>
                                        </p:tgtEl>
                                      </p:cBhvr>
                                      <p:to x="100000" y="100000"/>
                                    </p:animScale>
                                  </p:childTnLst>
                                </p:cTn>
                              </p:par>
                              <p:par>
                                <p:cTn id="31" presetID="26" presetClass="entr" presetSubtype="0" fill="hold" nodeType="withEffect">
                                  <p:stCondLst>
                                    <p:cond delay="0"/>
                                  </p:stCondLst>
                                  <p:childTnLst>
                                    <p:set>
                                      <p:cBhvr>
                                        <p:cTn id="32" dur="1" fill="hold">
                                          <p:stCondLst>
                                            <p:cond delay="0"/>
                                          </p:stCondLst>
                                        </p:cTn>
                                        <p:tgtEl>
                                          <p:spTgt spid="4100"/>
                                        </p:tgtEl>
                                        <p:attrNameLst>
                                          <p:attrName>style.visibility</p:attrName>
                                        </p:attrNameLst>
                                      </p:cBhvr>
                                      <p:to>
                                        <p:strVal val="visible"/>
                                      </p:to>
                                    </p:set>
                                    <p:animEffect transition="in" filter="wipe(down)">
                                      <p:cBhvr>
                                        <p:cTn id="33" dur="580">
                                          <p:stCondLst>
                                            <p:cond delay="0"/>
                                          </p:stCondLst>
                                        </p:cTn>
                                        <p:tgtEl>
                                          <p:spTgt spid="4100"/>
                                        </p:tgtEl>
                                      </p:cBhvr>
                                    </p:animEffect>
                                    <p:anim calcmode="lin" valueType="num">
                                      <p:cBhvr>
                                        <p:cTn id="34" dur="1822" tmFilter="0,0; 0.14,0.36; 0.43,0.73; 0.71,0.91; 1.0,1.0">
                                          <p:stCondLst>
                                            <p:cond delay="0"/>
                                          </p:stCondLst>
                                        </p:cTn>
                                        <p:tgtEl>
                                          <p:spTgt spid="4100"/>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4100"/>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4100"/>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4100"/>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4100"/>
                                        </p:tgtEl>
                                        <p:attrNameLst>
                                          <p:attrName>ppt_y</p:attrName>
                                        </p:attrNameLst>
                                      </p:cBhvr>
                                      <p:tavLst>
                                        <p:tav tm="0" fmla="#ppt_y-sin(pi*$)/81">
                                          <p:val>
                                            <p:fltVal val="0"/>
                                          </p:val>
                                        </p:tav>
                                        <p:tav tm="100000">
                                          <p:val>
                                            <p:fltVal val="1"/>
                                          </p:val>
                                        </p:tav>
                                      </p:tavLst>
                                    </p:anim>
                                    <p:animScale>
                                      <p:cBhvr>
                                        <p:cTn id="39" dur="26">
                                          <p:stCondLst>
                                            <p:cond delay="650"/>
                                          </p:stCondLst>
                                        </p:cTn>
                                        <p:tgtEl>
                                          <p:spTgt spid="4100"/>
                                        </p:tgtEl>
                                      </p:cBhvr>
                                      <p:to x="100000" y="60000"/>
                                    </p:animScale>
                                    <p:animScale>
                                      <p:cBhvr>
                                        <p:cTn id="40" dur="166" decel="50000">
                                          <p:stCondLst>
                                            <p:cond delay="676"/>
                                          </p:stCondLst>
                                        </p:cTn>
                                        <p:tgtEl>
                                          <p:spTgt spid="4100"/>
                                        </p:tgtEl>
                                      </p:cBhvr>
                                      <p:to x="100000" y="100000"/>
                                    </p:animScale>
                                    <p:animScale>
                                      <p:cBhvr>
                                        <p:cTn id="41" dur="26">
                                          <p:stCondLst>
                                            <p:cond delay="1312"/>
                                          </p:stCondLst>
                                        </p:cTn>
                                        <p:tgtEl>
                                          <p:spTgt spid="4100"/>
                                        </p:tgtEl>
                                      </p:cBhvr>
                                      <p:to x="100000" y="80000"/>
                                    </p:animScale>
                                    <p:animScale>
                                      <p:cBhvr>
                                        <p:cTn id="42" dur="166" decel="50000">
                                          <p:stCondLst>
                                            <p:cond delay="1338"/>
                                          </p:stCondLst>
                                        </p:cTn>
                                        <p:tgtEl>
                                          <p:spTgt spid="4100"/>
                                        </p:tgtEl>
                                      </p:cBhvr>
                                      <p:to x="100000" y="100000"/>
                                    </p:animScale>
                                    <p:animScale>
                                      <p:cBhvr>
                                        <p:cTn id="43" dur="26">
                                          <p:stCondLst>
                                            <p:cond delay="1642"/>
                                          </p:stCondLst>
                                        </p:cTn>
                                        <p:tgtEl>
                                          <p:spTgt spid="4100"/>
                                        </p:tgtEl>
                                      </p:cBhvr>
                                      <p:to x="100000" y="90000"/>
                                    </p:animScale>
                                    <p:animScale>
                                      <p:cBhvr>
                                        <p:cTn id="44" dur="166" decel="50000">
                                          <p:stCondLst>
                                            <p:cond delay="1668"/>
                                          </p:stCondLst>
                                        </p:cTn>
                                        <p:tgtEl>
                                          <p:spTgt spid="4100"/>
                                        </p:tgtEl>
                                      </p:cBhvr>
                                      <p:to x="100000" y="100000"/>
                                    </p:animScale>
                                    <p:animScale>
                                      <p:cBhvr>
                                        <p:cTn id="45" dur="26">
                                          <p:stCondLst>
                                            <p:cond delay="1808"/>
                                          </p:stCondLst>
                                        </p:cTn>
                                        <p:tgtEl>
                                          <p:spTgt spid="4100"/>
                                        </p:tgtEl>
                                      </p:cBhvr>
                                      <p:to x="100000" y="95000"/>
                                    </p:animScale>
                                    <p:animScale>
                                      <p:cBhvr>
                                        <p:cTn id="46" dur="166" decel="50000">
                                          <p:stCondLst>
                                            <p:cond delay="1834"/>
                                          </p:stCondLst>
                                        </p:cTn>
                                        <p:tgtEl>
                                          <p:spTgt spid="4100"/>
                                        </p:tgtEl>
                                      </p:cBhvr>
                                      <p:to x="100000" y="100000"/>
                                    </p:animScale>
                                  </p:childTnLst>
                                </p:cTn>
                              </p:par>
                              <p:par>
                                <p:cTn id="47" presetID="10"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p:bldP spid="4" grpId="0" animBg="1"/>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E6D4705A-0F12-92D8-AEA7-44526CC81B00}"/>
              </a:ext>
            </a:extLst>
          </p:cNvPr>
          <p:cNvSpPr/>
          <p:nvPr/>
        </p:nvSpPr>
        <p:spPr>
          <a:xfrm>
            <a:off x="2209800" y="1650276"/>
            <a:ext cx="10399003" cy="5976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 name="TextBox 2"/>
          <p:cNvSpPr txBox="1"/>
          <p:nvPr/>
        </p:nvSpPr>
        <p:spPr>
          <a:xfrm>
            <a:off x="2340160" y="1562100"/>
            <a:ext cx="13783371" cy="716415"/>
          </a:xfrm>
          <a:prstGeom prst="rect">
            <a:avLst/>
          </a:prstGeom>
        </p:spPr>
        <p:txBody>
          <a:bodyPr lIns="0" tIns="0" rIns="0" bIns="0" rtlCol="0" anchor="t">
            <a:spAutoFit/>
          </a:bodyPr>
          <a:lstStyle/>
          <a:p>
            <a:pPr algn="l">
              <a:lnSpc>
                <a:spcPts val="5879"/>
              </a:lnSpc>
              <a:spcBef>
                <a:spcPct val="0"/>
              </a:spcBef>
            </a:pPr>
            <a:r>
              <a:rPr lang="en-IN" sz="4200" b="1" i="0" dirty="0">
                <a:effectLst/>
                <a:latin typeface="Times New Roman" panose="02020603050405020304" pitchFamily="18" charset="0"/>
                <a:cs typeface="Times New Roman" panose="02020603050405020304" pitchFamily="18" charset="0"/>
              </a:rPr>
              <a:t>Voice Bridge </a:t>
            </a:r>
            <a:r>
              <a:rPr lang="en-US" sz="4199" b="1" dirty="0">
                <a:solidFill>
                  <a:srgbClr val="000000"/>
                </a:solidFill>
                <a:latin typeface="Times New Roman Bold"/>
                <a:ea typeface="Times New Roman Bold"/>
                <a:cs typeface="Times New Roman Bold"/>
                <a:sym typeface="Times New Roman Bold"/>
              </a:rPr>
              <a:t>and Making blind see the world</a:t>
            </a:r>
          </a:p>
        </p:txBody>
      </p:sp>
      <p:sp>
        <p:nvSpPr>
          <p:cNvPr id="3" name="TextBox 3"/>
          <p:cNvSpPr txBox="1"/>
          <p:nvPr/>
        </p:nvSpPr>
        <p:spPr>
          <a:xfrm>
            <a:off x="1884104" y="2666482"/>
            <a:ext cx="9833135" cy="2154308"/>
          </a:xfrm>
          <a:prstGeom prst="rect">
            <a:avLst/>
          </a:prstGeom>
        </p:spPr>
        <p:txBody>
          <a:bodyPr wrap="square" lIns="0" tIns="0" rIns="0" bIns="0" rtlCol="0" anchor="t">
            <a:spAutoFit/>
          </a:bodyPr>
          <a:lstStyle/>
          <a:p>
            <a:r>
              <a:rPr lang="en-US" sz="2800" dirty="0"/>
              <a:t>                        Millions of visually impaired individuals face significant challenges in accessing printed or digital content. This lack of access affects not only their education and employment opportunities but also their ability to engage in daily life independently.</a:t>
            </a:r>
            <a:br>
              <a:rPr lang="en-US" sz="2800" dirty="0"/>
            </a:br>
            <a:endParaRPr lang="en-US" sz="2799" dirty="0">
              <a:solidFill>
                <a:srgbClr val="000000"/>
              </a:solidFill>
              <a:latin typeface="Times New Roman"/>
              <a:ea typeface="Times New Roman"/>
              <a:cs typeface="Times New Roman"/>
              <a:sym typeface="Times New Roman"/>
            </a:endParaRPr>
          </a:p>
        </p:txBody>
      </p:sp>
      <p:sp>
        <p:nvSpPr>
          <p:cNvPr id="5" name="Freeform 5"/>
          <p:cNvSpPr/>
          <p:nvPr/>
        </p:nvSpPr>
        <p:spPr>
          <a:xfrm>
            <a:off x="16403896" y="8398205"/>
            <a:ext cx="1710808" cy="1720191"/>
          </a:xfrm>
          <a:custGeom>
            <a:avLst/>
            <a:gdLst/>
            <a:ahLst/>
            <a:cxnLst/>
            <a:rect l="l" t="t" r="r" b="b"/>
            <a:pathLst>
              <a:path w="1710808" h="1720191">
                <a:moveTo>
                  <a:pt x="0" y="0"/>
                </a:moveTo>
                <a:lnTo>
                  <a:pt x="1710808" y="0"/>
                </a:lnTo>
                <a:lnTo>
                  <a:pt x="1710808" y="1720190"/>
                </a:lnTo>
                <a:lnTo>
                  <a:pt x="0" y="17201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154716" y="1367481"/>
            <a:ext cx="902684" cy="1032819"/>
          </a:xfrm>
          <a:custGeom>
            <a:avLst/>
            <a:gdLst/>
            <a:ahLst/>
            <a:cxnLst/>
            <a:rect l="l" t="t" r="r" b="b"/>
            <a:pathLst>
              <a:path w="902684" h="1032819">
                <a:moveTo>
                  <a:pt x="0" y="0"/>
                </a:moveTo>
                <a:lnTo>
                  <a:pt x="902683" y="0"/>
                </a:lnTo>
                <a:lnTo>
                  <a:pt x="902683" y="1032819"/>
                </a:lnTo>
                <a:lnTo>
                  <a:pt x="0" y="10328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TextBox 10">
            <a:extLst>
              <a:ext uri="{FF2B5EF4-FFF2-40B4-BE49-F238E27FC236}">
                <a16:creationId xmlns:a16="http://schemas.microsoft.com/office/drawing/2014/main" id="{32688A3B-4870-579B-9590-FB2C1D5C24CA}"/>
              </a:ext>
            </a:extLst>
          </p:cNvPr>
          <p:cNvSpPr txBox="1"/>
          <p:nvPr/>
        </p:nvSpPr>
        <p:spPr>
          <a:xfrm>
            <a:off x="7464265" y="5143500"/>
            <a:ext cx="10146086"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2800" b="0" i="0" u="none" strike="noStrike" kern="1200" cap="none" spc="0" normalizeH="0" baseline="0" noProof="0" dirty="0">
                <a:ln>
                  <a:noFill/>
                </a:ln>
                <a:solidFill>
                  <a:prstClr val="black"/>
                </a:solidFill>
                <a:effectLst/>
                <a:uLnTx/>
                <a:uFillTx/>
                <a:latin typeface="Calibri"/>
                <a:ea typeface="+mn-ea"/>
                <a:cs typeface="+mn-cs"/>
              </a:rPr>
            </a:br>
            <a:r>
              <a:rPr kumimoji="0" lang="en-US" sz="2800" b="1" i="0" u="none" strike="noStrike" kern="1200" cap="none" spc="0" normalizeH="0" baseline="0" noProof="0" dirty="0">
                <a:ln>
                  <a:noFill/>
                </a:ln>
                <a:solidFill>
                  <a:prstClr val="black"/>
                </a:solidFill>
                <a:effectLst/>
                <a:uLnTx/>
                <a:uFillTx/>
                <a:latin typeface="Calibri"/>
                <a:ea typeface="+mn-ea"/>
                <a:cs typeface="+mn-cs"/>
              </a:rPr>
              <a:t>Real-World Impact:</a:t>
            </a:r>
            <a:r>
              <a:rPr kumimoji="0" lang="en-US" sz="2800" b="0" i="0" u="none" strike="noStrike" kern="1200" cap="none" spc="0" normalizeH="0" baseline="0" noProof="0" dirty="0">
                <a:ln>
                  <a:noFill/>
                </a:ln>
                <a:solidFill>
                  <a:prstClr val="black"/>
                </a:solidFill>
                <a:effectLst/>
                <a:uLnTx/>
                <a:uFillTx/>
                <a:latin typeface="Calibri"/>
                <a:ea typeface="+mn-ea"/>
                <a:cs typeface="+mn-cs"/>
              </a:rPr>
              <a:t> According to the World Health Organization, over 285 million people worldwide are visually impaired, and nearly 90% of them live in low-income settings where assistive technologies are often unaffordable or unavailable. This highlights a pressing need for inclusive and cost-effective accessibility solutions.</a:t>
            </a:r>
          </a:p>
        </p:txBody>
      </p:sp>
      <p:pic>
        <p:nvPicPr>
          <p:cNvPr id="3074" name="Picture 2">
            <a:extLst>
              <a:ext uri="{FF2B5EF4-FFF2-40B4-BE49-F238E27FC236}">
                <a16:creationId xmlns:a16="http://schemas.microsoft.com/office/drawing/2014/main" id="{158D552F-6555-E993-B9EF-8582297DE0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55465" y="2465844"/>
            <a:ext cx="2448432" cy="2354946"/>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3A089F21-0B73-561B-2090-2E94DD926A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1685" y="5341605"/>
            <a:ext cx="3691410" cy="29531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7C806E9-3FF1-4A37-97F9-AA79061B629B}"/>
              </a:ext>
            </a:extLst>
          </p:cNvPr>
          <p:cNvPicPr>
            <a:picLocks noChangeAspect="1"/>
          </p:cNvPicPr>
          <p:nvPr/>
        </p:nvPicPr>
        <p:blipFill>
          <a:blip r:embed="rId8"/>
          <a:stretch>
            <a:fillRect/>
          </a:stretch>
        </p:blipFill>
        <p:spPr>
          <a:xfrm>
            <a:off x="332231" y="206502"/>
            <a:ext cx="1551873" cy="1058095"/>
          </a:xfrm>
          <a:prstGeom prst="rect">
            <a:avLst/>
          </a:prstGeom>
        </p:spPr>
      </p:pic>
      <p:pic>
        <p:nvPicPr>
          <p:cNvPr id="9" name="Picture 2" descr="SRM Institute of Science and Technology">
            <a:extLst>
              <a:ext uri="{FF2B5EF4-FFF2-40B4-BE49-F238E27FC236}">
                <a16:creationId xmlns:a16="http://schemas.microsoft.com/office/drawing/2014/main" id="{EB2DE420-A751-3180-4240-191914BA0D8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11719 -0.04784 L -0.09531 -0.06528 " pathEditMode="relative" rAng="0" ptsTypes="AA">
                                      <p:cBhvr>
                                        <p:cTn id="6" dur="2000" fill="hold"/>
                                        <p:tgtEl>
                                          <p:spTgt spid="3074"/>
                                        </p:tgtEl>
                                        <p:attrNameLst>
                                          <p:attrName>ppt_x</p:attrName>
                                          <p:attrName>ppt_y</p:attrName>
                                        </p:attrNameLst>
                                      </p:cBhvr>
                                      <p:rCtr x="-10625" y="-880"/>
                                    </p:animMotion>
                                  </p:childTnLst>
                                </p:cTn>
                              </p:par>
                              <p:par>
                                <p:cTn id="7" presetID="42" presetClass="path" presetSubtype="0" accel="50000" decel="50000" fill="hold" nodeType="withEffect">
                                  <p:stCondLst>
                                    <p:cond delay="0"/>
                                  </p:stCondLst>
                                  <p:childTnLst>
                                    <p:animMotion origin="layout" path="M -0.2039 -0.01034 L -4.44444E-6 1.35802E-6 " pathEditMode="relative" rAng="0" ptsTypes="AA">
                                      <p:cBhvr>
                                        <p:cTn id="8" dur="2000" fill="hold"/>
                                        <p:tgtEl>
                                          <p:spTgt spid="3084"/>
                                        </p:tgtEl>
                                        <p:attrNameLst>
                                          <p:attrName>ppt_x</p:attrName>
                                          <p:attrName>ppt_y</p:attrName>
                                        </p:attrNameLst>
                                      </p:cBhvr>
                                      <p:rCtr x="10191" y="509"/>
                                    </p:animMotion>
                                  </p:childTnLst>
                                </p:cTn>
                              </p:par>
                              <p:par>
                                <p:cTn id="9" presetID="53" presetClass="entr" presetSubtype="16"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1CBFD788-008D-38E0-A32D-FB896F4299C6}"/>
              </a:ext>
            </a:extLst>
          </p:cNvPr>
          <p:cNvSpPr/>
          <p:nvPr/>
        </p:nvSpPr>
        <p:spPr>
          <a:xfrm>
            <a:off x="2819399" y="1650276"/>
            <a:ext cx="4876801" cy="5976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grpSp>
        <p:nvGrpSpPr>
          <p:cNvPr id="2" name="Group 2"/>
          <p:cNvGrpSpPr/>
          <p:nvPr/>
        </p:nvGrpSpPr>
        <p:grpSpPr>
          <a:xfrm>
            <a:off x="1028700" y="1505392"/>
            <a:ext cx="16542843" cy="3658944"/>
            <a:chOff x="0" y="0"/>
            <a:chExt cx="14810763" cy="4809092"/>
          </a:xfrm>
        </p:grpSpPr>
        <p:sp>
          <p:nvSpPr>
            <p:cNvPr id="3" name="Freeform 3"/>
            <p:cNvSpPr/>
            <p:nvPr/>
          </p:nvSpPr>
          <p:spPr>
            <a:xfrm>
              <a:off x="0" y="0"/>
              <a:ext cx="1349861" cy="1369785"/>
            </a:xfrm>
            <a:custGeom>
              <a:avLst/>
              <a:gdLst/>
              <a:ahLst/>
              <a:cxnLst/>
              <a:rect l="l" t="t" r="r" b="b"/>
              <a:pathLst>
                <a:path w="1349861" h="1369785">
                  <a:moveTo>
                    <a:pt x="0" y="0"/>
                  </a:moveTo>
                  <a:lnTo>
                    <a:pt x="1349861" y="0"/>
                  </a:lnTo>
                  <a:lnTo>
                    <a:pt x="1349861" y="1369785"/>
                  </a:lnTo>
                  <a:lnTo>
                    <a:pt x="0" y="13697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748614" y="98787"/>
              <a:ext cx="6779287" cy="1010286"/>
            </a:xfrm>
            <a:prstGeom prst="rect">
              <a:avLst/>
            </a:prstGeom>
          </p:spPr>
          <p:txBody>
            <a:bodyPr lIns="0" tIns="0" rIns="0" bIns="0" rtlCol="0" anchor="t">
              <a:spAutoFit/>
            </a:bodyPr>
            <a:lstStyle/>
            <a:p>
              <a:pPr algn="l">
                <a:lnSpc>
                  <a:spcPts val="5879"/>
                </a:lnSpc>
                <a:spcBef>
                  <a:spcPct val="0"/>
                </a:spcBef>
              </a:pPr>
              <a:r>
                <a:rPr lang="en-US" sz="4199" b="1" dirty="0">
                  <a:solidFill>
                    <a:srgbClr val="000000"/>
                  </a:solidFill>
                  <a:latin typeface="Times New Roman Bold"/>
                  <a:ea typeface="Times New Roman Bold"/>
                  <a:cs typeface="Times New Roman Bold"/>
                  <a:sym typeface="Times New Roman Bold"/>
                </a:rPr>
                <a:t>Solution Overview</a:t>
              </a:r>
            </a:p>
          </p:txBody>
        </p:sp>
        <p:sp>
          <p:nvSpPr>
            <p:cNvPr id="5" name="TextBox 5"/>
            <p:cNvSpPr txBox="1"/>
            <p:nvPr/>
          </p:nvSpPr>
          <p:spPr>
            <a:xfrm>
              <a:off x="5138257" y="1977433"/>
              <a:ext cx="9672506" cy="2831659"/>
            </a:xfrm>
            <a:prstGeom prst="rect">
              <a:avLst/>
            </a:prstGeom>
          </p:spPr>
          <p:txBody>
            <a:bodyPr lIns="0" tIns="0" rIns="0" bIns="0" rtlCol="0" anchor="t">
              <a:spAutoFit/>
            </a:bodyPr>
            <a:lstStyle/>
            <a:p>
              <a:r>
                <a:rPr lang="en-US" sz="2800" dirty="0"/>
                <a:t>To build an AI-powered system that transforms printed and digital text, live camera input, and environmental cues into expressive, natural-sounding speech in real time—enabling visually impaired individuals to navigate, read, and interact with their world effortlessly and independently.</a:t>
              </a:r>
              <a:br>
                <a:rPr lang="en-US" sz="2800" dirty="0"/>
              </a:br>
              <a:endParaRPr lang="en-US" sz="2800" dirty="0"/>
            </a:p>
          </p:txBody>
        </p:sp>
      </p:grpSp>
      <p:sp>
        <p:nvSpPr>
          <p:cNvPr id="6" name="Freeform 6"/>
          <p:cNvSpPr/>
          <p:nvPr/>
        </p:nvSpPr>
        <p:spPr>
          <a:xfrm>
            <a:off x="16476609" y="8475609"/>
            <a:ext cx="1565383" cy="1565383"/>
          </a:xfrm>
          <a:custGeom>
            <a:avLst/>
            <a:gdLst/>
            <a:ahLst/>
            <a:cxnLst/>
            <a:rect l="l" t="t" r="r" b="b"/>
            <a:pathLst>
              <a:path w="1565383" h="1565383">
                <a:moveTo>
                  <a:pt x="0" y="0"/>
                </a:moveTo>
                <a:lnTo>
                  <a:pt x="1565382" y="0"/>
                </a:lnTo>
                <a:lnTo>
                  <a:pt x="1565382" y="1565382"/>
                </a:lnTo>
                <a:lnTo>
                  <a:pt x="0" y="15653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pic>
        <p:nvPicPr>
          <p:cNvPr id="1028" name="Picture 4" descr="Scanning document through mobile | Online Scanning and Uploading">
            <a:extLst>
              <a:ext uri="{FF2B5EF4-FFF2-40B4-BE49-F238E27FC236}">
                <a16:creationId xmlns:a16="http://schemas.microsoft.com/office/drawing/2014/main" id="{61EBCD8A-DA5B-C12E-3E3C-CACBD3839AE0}"/>
              </a:ext>
            </a:extLst>
          </p:cNvPr>
          <p:cNvPicPr>
            <a:picLocks noChangeAspect="1" noChangeArrowheads="1"/>
          </p:cNvPicPr>
          <p:nvPr/>
        </p:nvPicPr>
        <p:blipFill>
          <a:blip r:embed="rId6" cstate="print">
            <a:grayscl/>
            <a:extLst>
              <a:ext uri="{28A0092B-C50C-407E-A947-70E740481C1C}">
                <a14:useLocalDpi xmlns:a14="http://schemas.microsoft.com/office/drawing/2010/main" val="0"/>
              </a:ext>
            </a:extLst>
          </a:blip>
          <a:srcRect/>
          <a:stretch>
            <a:fillRect/>
          </a:stretch>
        </p:blipFill>
        <p:spPr bwMode="auto">
          <a:xfrm rot="424816">
            <a:off x="1373419" y="2852535"/>
            <a:ext cx="5039202" cy="28141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CAA3553-A809-705D-58CB-D847DD71046C}"/>
              </a:ext>
            </a:extLst>
          </p:cNvPr>
          <p:cNvSpPr txBox="1"/>
          <p:nvPr/>
        </p:nvSpPr>
        <p:spPr>
          <a:xfrm>
            <a:off x="1713132" y="5798578"/>
            <a:ext cx="9564468" cy="2677656"/>
          </a:xfrm>
          <a:prstGeom prst="rect">
            <a:avLst/>
          </a:prstGeom>
          <a:noFill/>
        </p:spPr>
        <p:txBody>
          <a:bodyPr wrap="square">
            <a:spAutoFit/>
          </a:bodyPr>
          <a:lstStyle/>
          <a:p>
            <a:br>
              <a:rPr kumimoji="0" lang="en-US" sz="2800" b="0" i="0" u="none" strike="noStrike" kern="1200" cap="none" spc="0" normalizeH="0" baseline="0" noProof="0" dirty="0">
                <a:ln>
                  <a:noFill/>
                </a:ln>
                <a:solidFill>
                  <a:prstClr val="black"/>
                </a:solidFill>
                <a:effectLst/>
                <a:uLnTx/>
                <a:uFillTx/>
                <a:latin typeface="Calibri"/>
                <a:ea typeface="+mn-ea"/>
                <a:cs typeface="+mn-cs"/>
              </a:rPr>
            </a:br>
            <a:r>
              <a:rPr kumimoji="0" lang="en-US" sz="2800" b="1" i="0" u="none" strike="noStrike" kern="1200" cap="none" spc="0" normalizeH="0" baseline="0" noProof="0" dirty="0">
                <a:ln>
                  <a:noFill/>
                </a:ln>
                <a:solidFill>
                  <a:prstClr val="black"/>
                </a:solidFill>
                <a:effectLst/>
                <a:uLnTx/>
                <a:uFillTx/>
                <a:latin typeface="Calibri"/>
                <a:ea typeface="+mn-ea"/>
                <a:cs typeface="+mn-cs"/>
              </a:rPr>
              <a:t>Goal:</a:t>
            </a:r>
            <a:r>
              <a:rPr kumimoji="0" lang="en-US" sz="2800" b="0" i="0" u="none" strike="noStrike" kern="1200" cap="none" spc="0" normalizeH="0" baseline="0" noProof="0" dirty="0">
                <a:ln>
                  <a:noFill/>
                </a:ln>
                <a:solidFill>
                  <a:prstClr val="black"/>
                </a:solidFill>
                <a:effectLst/>
                <a:uLnTx/>
                <a:uFillTx/>
                <a:latin typeface="Calibri"/>
                <a:ea typeface="+mn-ea"/>
                <a:cs typeface="+mn-cs"/>
              </a:rPr>
              <a:t> </a:t>
            </a:r>
            <a:r>
              <a:rPr lang="en-US" sz="2800" dirty="0"/>
              <a:t>Empower visually impaired users with seamless access to text from documents, images, live feeds, and various file formats while providing real-time navigation guidance and trusted-person identification—ultimately enhancing their independence, safety, learning, and quality of life.</a:t>
            </a:r>
            <a:endParaRPr lang="en-IN" dirty="0"/>
          </a:p>
        </p:txBody>
      </p:sp>
      <p:pic>
        <p:nvPicPr>
          <p:cNvPr id="14" name="Picture 6" descr="See related image detail. Use Your Smartphone With the Lights Off? You Might Be Risking Temporary ...">
            <a:extLst>
              <a:ext uri="{FF2B5EF4-FFF2-40B4-BE49-F238E27FC236}">
                <a16:creationId xmlns:a16="http://schemas.microsoft.com/office/drawing/2014/main" id="{B52A43E2-6C59-99FB-A6B7-C33F8062614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058" t="12182" r="28056" b="13976"/>
          <a:stretch/>
        </p:blipFill>
        <p:spPr bwMode="auto">
          <a:xfrm flipH="1">
            <a:off x="12736778" y="4860073"/>
            <a:ext cx="3739831" cy="54269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D0E12B2E-50DE-414E-FC21-88C97EB1AD6D}"/>
              </a:ext>
            </a:extLst>
          </p:cNvPr>
          <p:cNvPicPr>
            <a:picLocks noChangeAspect="1"/>
          </p:cNvPicPr>
          <p:nvPr/>
        </p:nvPicPr>
        <p:blipFill>
          <a:blip r:embed="rId8"/>
          <a:stretch>
            <a:fillRect/>
          </a:stretch>
        </p:blipFill>
        <p:spPr>
          <a:xfrm>
            <a:off x="332231" y="206502"/>
            <a:ext cx="1551873" cy="1058095"/>
          </a:xfrm>
          <a:prstGeom prst="rect">
            <a:avLst/>
          </a:prstGeom>
        </p:spPr>
      </p:pic>
      <p:pic>
        <p:nvPicPr>
          <p:cNvPr id="13" name="Picture 2" descr="SRM Institute of Science and Technology">
            <a:extLst>
              <a:ext uri="{FF2B5EF4-FFF2-40B4-BE49-F238E27FC236}">
                <a16:creationId xmlns:a16="http://schemas.microsoft.com/office/drawing/2014/main" id="{43330361-7DB7-32B1-334A-30B30140443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37" presetClass="path" presetSubtype="0" accel="50000" decel="50000" fill="hold" nodeType="withEffect">
                                  <p:stCondLst>
                                    <p:cond delay="0"/>
                                  </p:stCondLst>
                                  <p:childTnLst>
                                    <p:animMotion origin="layout" path="M -0.09583 4.07407E-6 L -0.07023 -0.03303 C -0.06484 -0.04044 -0.05677 -0.04445 -0.04835 -0.04445 C -0.0388 -0.04445 -0.03108 -0.04044 -0.02569 -0.03303 L 1.21431E-17 4.07407E-6 " pathEditMode="relative" rAng="0" ptsTypes="AAAAA">
                                      <p:cBhvr>
                                        <p:cTn id="16" dur="2000" fill="hold"/>
                                        <p:tgtEl>
                                          <p:spTgt spid="1028"/>
                                        </p:tgtEl>
                                        <p:attrNameLst>
                                          <p:attrName>ppt_x</p:attrName>
                                          <p:attrName>ppt_y</p:attrName>
                                        </p:attrNameLst>
                                      </p:cBhvr>
                                      <p:rCtr x="4792" y="-222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F50AAF80-75B3-D227-CCA9-97BEBCFC81CA}"/>
              </a:ext>
            </a:extLst>
          </p:cNvPr>
          <p:cNvSpPr/>
          <p:nvPr/>
        </p:nvSpPr>
        <p:spPr>
          <a:xfrm>
            <a:off x="2174275" y="1802676"/>
            <a:ext cx="2931125" cy="5976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 name="TextBox 2"/>
          <p:cNvSpPr txBox="1"/>
          <p:nvPr/>
        </p:nvSpPr>
        <p:spPr>
          <a:xfrm>
            <a:off x="2340160" y="1678304"/>
            <a:ext cx="5084465" cy="798196"/>
          </a:xfrm>
          <a:prstGeom prst="rect">
            <a:avLst/>
          </a:prstGeom>
        </p:spPr>
        <p:txBody>
          <a:bodyPr lIns="0" tIns="0" rIns="0" bIns="0" rtlCol="0" anchor="t">
            <a:spAutoFit/>
          </a:bodyPr>
          <a:lstStyle/>
          <a:p>
            <a:pPr algn="l">
              <a:lnSpc>
                <a:spcPts val="5879"/>
              </a:lnSpc>
              <a:spcBef>
                <a:spcPct val="0"/>
              </a:spcBef>
            </a:pPr>
            <a:r>
              <a:rPr lang="en-US" sz="4199" b="1" dirty="0">
                <a:solidFill>
                  <a:srgbClr val="000000"/>
                </a:solidFill>
                <a:latin typeface="Times New Roman Bold"/>
                <a:ea typeface="Times New Roman Bold"/>
                <a:cs typeface="Times New Roman Bold"/>
                <a:sym typeface="Times New Roman Bold"/>
              </a:rPr>
              <a:t>Motivation</a:t>
            </a:r>
          </a:p>
        </p:txBody>
      </p:sp>
      <p:sp>
        <p:nvSpPr>
          <p:cNvPr id="3" name="TextBox 3"/>
          <p:cNvSpPr txBox="1"/>
          <p:nvPr/>
        </p:nvSpPr>
        <p:spPr>
          <a:xfrm>
            <a:off x="2002333" y="2889290"/>
            <a:ext cx="10516469" cy="2585323"/>
          </a:xfrm>
          <a:prstGeom prst="rect">
            <a:avLst/>
          </a:prstGeom>
        </p:spPr>
        <p:txBody>
          <a:bodyPr lIns="0" tIns="0" rIns="0" bIns="0" rtlCol="0" anchor="t">
            <a:spAutoFit/>
          </a:bodyPr>
          <a:lstStyle/>
          <a:p>
            <a:pPr>
              <a:buFont typeface="Arial" panose="020B0604020202020204" pitchFamily="34" charset="0"/>
              <a:buChar char="•"/>
            </a:pPr>
            <a:r>
              <a:rPr lang="en-US" sz="2800" dirty="0"/>
              <a:t>Inspired by the challenges visually impaired individuals face in accessing everyday information—such as reading signs, books, documents, or digital screens—without assistance.</a:t>
            </a:r>
            <a:br>
              <a:rPr lang="en-US" sz="2800" dirty="0"/>
            </a:br>
            <a:endParaRPr lang="en-US" sz="2800" dirty="0"/>
          </a:p>
          <a:p>
            <a:pPr>
              <a:buFont typeface="Arial" panose="020B0604020202020204" pitchFamily="34" charset="0"/>
              <a:buChar char="•"/>
            </a:pPr>
            <a:r>
              <a:rPr lang="en-US" sz="2800" dirty="0"/>
              <a:t>Existing tools are often costly, limited in features, or lack real-time interaction and natural, expressive voices.</a:t>
            </a:r>
          </a:p>
        </p:txBody>
      </p:sp>
      <p:sp>
        <p:nvSpPr>
          <p:cNvPr id="5" name="Freeform 5"/>
          <p:cNvSpPr/>
          <p:nvPr/>
        </p:nvSpPr>
        <p:spPr>
          <a:xfrm>
            <a:off x="1028700" y="1507070"/>
            <a:ext cx="1068798" cy="1121830"/>
          </a:xfrm>
          <a:custGeom>
            <a:avLst/>
            <a:gdLst/>
            <a:ahLst/>
            <a:cxnLst/>
            <a:rect l="l" t="t" r="r" b="b"/>
            <a:pathLst>
              <a:path w="1068798" h="1121830">
                <a:moveTo>
                  <a:pt x="0" y="0"/>
                </a:moveTo>
                <a:lnTo>
                  <a:pt x="1068798" y="0"/>
                </a:lnTo>
                <a:lnTo>
                  <a:pt x="1068798" y="1121830"/>
                </a:lnTo>
                <a:lnTo>
                  <a:pt x="0" y="11218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6482276" y="8582616"/>
            <a:ext cx="1506232" cy="1563071"/>
          </a:xfrm>
          <a:custGeom>
            <a:avLst/>
            <a:gdLst/>
            <a:ahLst/>
            <a:cxnLst/>
            <a:rect l="l" t="t" r="r" b="b"/>
            <a:pathLst>
              <a:path w="1506232" h="1563071">
                <a:moveTo>
                  <a:pt x="0" y="0"/>
                </a:moveTo>
                <a:lnTo>
                  <a:pt x="1506231" y="0"/>
                </a:lnTo>
                <a:lnTo>
                  <a:pt x="1506231" y="1563070"/>
                </a:lnTo>
                <a:lnTo>
                  <a:pt x="0" y="15630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pic>
        <p:nvPicPr>
          <p:cNvPr id="2056" name="Picture 8" descr="biped | Smart copilot for blind and visually impaired people">
            <a:extLst>
              <a:ext uri="{FF2B5EF4-FFF2-40B4-BE49-F238E27FC236}">
                <a16:creationId xmlns:a16="http://schemas.microsoft.com/office/drawing/2014/main" id="{2A8E9C3C-DE9E-CBF6-6C69-2EF56D159B0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56240">
            <a:off x="13485220" y="2256961"/>
            <a:ext cx="2997056" cy="205751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2A8F68CA-7D65-2990-4AE9-193F072752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21429047">
            <a:off x="2578677" y="5996980"/>
            <a:ext cx="1512378" cy="26157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7693A9C-EC3E-7885-8567-1152C81757EB}"/>
              </a:ext>
            </a:extLst>
          </p:cNvPr>
          <p:cNvSpPr txBox="1"/>
          <p:nvPr/>
        </p:nvSpPr>
        <p:spPr>
          <a:xfrm>
            <a:off x="5653118" y="5590044"/>
            <a:ext cx="12369383"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Aiming to make accessibility affordable, effective, user-friendly, and highly customizable for various levels of visual impairment.</a:t>
            </a:r>
            <a:br>
              <a:rPr kumimoji="0" lang="en-US" sz="2800" b="0" i="0" u="none" strike="noStrike" kern="1200" cap="none" spc="0" normalizeH="0" baseline="0" noProof="0" dirty="0">
                <a:ln>
                  <a:noFill/>
                </a:ln>
                <a:solidFill>
                  <a:prstClr val="black"/>
                </a:solidFill>
                <a:effectLst/>
                <a:uLnTx/>
                <a:uFillTx/>
                <a:latin typeface="Calibri"/>
                <a:ea typeface="+mn-ea"/>
                <a:cs typeface="+mn-cs"/>
              </a:rPr>
            </a:b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Driven by the desire to close the digital divide and promote inclusion through innovative, AI-powered assistive technologies.</a:t>
            </a:r>
          </a:p>
        </p:txBody>
      </p:sp>
      <p:pic>
        <p:nvPicPr>
          <p:cNvPr id="9" name="Picture 8">
            <a:extLst>
              <a:ext uri="{FF2B5EF4-FFF2-40B4-BE49-F238E27FC236}">
                <a16:creationId xmlns:a16="http://schemas.microsoft.com/office/drawing/2014/main" id="{ABDD3BCB-A46E-5A2F-7FDC-A7C6C3C708F3}"/>
              </a:ext>
            </a:extLst>
          </p:cNvPr>
          <p:cNvPicPr>
            <a:picLocks noChangeAspect="1"/>
          </p:cNvPicPr>
          <p:nvPr/>
        </p:nvPicPr>
        <p:blipFill>
          <a:blip r:embed="rId8"/>
          <a:stretch>
            <a:fillRect/>
          </a:stretch>
        </p:blipFill>
        <p:spPr>
          <a:xfrm>
            <a:off x="332231" y="206502"/>
            <a:ext cx="1551873" cy="1058095"/>
          </a:xfrm>
          <a:prstGeom prst="rect">
            <a:avLst/>
          </a:prstGeom>
        </p:spPr>
      </p:pic>
      <p:pic>
        <p:nvPicPr>
          <p:cNvPr id="12" name="Picture 2" descr="SRM Institute of Science and Technology">
            <a:extLst>
              <a:ext uri="{FF2B5EF4-FFF2-40B4-BE49-F238E27FC236}">
                <a16:creationId xmlns:a16="http://schemas.microsoft.com/office/drawing/2014/main" id="{F0311D26-B8DC-D518-EE9E-464E2762FDD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6" presetClass="entr" presetSubtype="21" fill="hold" nodeType="withEffect">
                                  <p:stCondLst>
                                    <p:cond delay="0"/>
                                  </p:stCondLst>
                                  <p:childTnLst>
                                    <p:set>
                                      <p:cBhvr>
                                        <p:cTn id="15" dur="1" fill="hold">
                                          <p:stCondLst>
                                            <p:cond delay="0"/>
                                          </p:stCondLst>
                                        </p:cTn>
                                        <p:tgtEl>
                                          <p:spTgt spid="2056"/>
                                        </p:tgtEl>
                                        <p:attrNameLst>
                                          <p:attrName>style.visibility</p:attrName>
                                        </p:attrNameLst>
                                      </p:cBhvr>
                                      <p:to>
                                        <p:strVal val="visible"/>
                                      </p:to>
                                    </p:set>
                                    <p:animEffect transition="in" filter="barn(inVertical)">
                                      <p:cBhvr>
                                        <p:cTn id="16" dur="500"/>
                                        <p:tgtEl>
                                          <p:spTgt spid="2056"/>
                                        </p:tgtEl>
                                      </p:cBhvr>
                                    </p:animEffect>
                                  </p:childTnLst>
                                </p:cTn>
                              </p:par>
                              <p:par>
                                <p:cTn id="17" presetID="16" presetClass="entr" presetSubtype="21" fill="hold" nodeType="withEffect">
                                  <p:stCondLst>
                                    <p:cond delay="0"/>
                                  </p:stCondLst>
                                  <p:childTnLst>
                                    <p:set>
                                      <p:cBhvr>
                                        <p:cTn id="18" dur="1" fill="hold">
                                          <p:stCondLst>
                                            <p:cond delay="0"/>
                                          </p:stCondLst>
                                        </p:cTn>
                                        <p:tgtEl>
                                          <p:spTgt spid="2058"/>
                                        </p:tgtEl>
                                        <p:attrNameLst>
                                          <p:attrName>style.visibility</p:attrName>
                                        </p:attrNameLst>
                                      </p:cBhvr>
                                      <p:to>
                                        <p:strVal val="visible"/>
                                      </p:to>
                                    </p:set>
                                    <p:animEffect transition="in" filter="barn(inVertical)">
                                      <p:cBhvr>
                                        <p:cTn id="19" dur="500"/>
                                        <p:tgtEl>
                                          <p:spTgt spid="2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57B5822-1DCF-99BE-EEA3-F363A760B2C3}"/>
              </a:ext>
            </a:extLst>
          </p:cNvPr>
          <p:cNvSpPr/>
          <p:nvPr/>
        </p:nvSpPr>
        <p:spPr>
          <a:xfrm>
            <a:off x="2174275" y="1497876"/>
            <a:ext cx="10779725" cy="5976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 name="TextBox 2"/>
          <p:cNvSpPr txBox="1"/>
          <p:nvPr/>
        </p:nvSpPr>
        <p:spPr>
          <a:xfrm>
            <a:off x="2286000" y="1401784"/>
            <a:ext cx="12996479" cy="693716"/>
          </a:xfrm>
          <a:prstGeom prst="rect">
            <a:avLst/>
          </a:prstGeom>
        </p:spPr>
        <p:txBody>
          <a:bodyPr wrap="square" lIns="0" tIns="0" rIns="0" bIns="0" rtlCol="0" anchor="t">
            <a:spAutoFit/>
          </a:bodyPr>
          <a:lstStyle/>
          <a:p>
            <a:pPr algn="l">
              <a:lnSpc>
                <a:spcPts val="5879"/>
              </a:lnSpc>
              <a:spcBef>
                <a:spcPct val="0"/>
              </a:spcBef>
            </a:pPr>
            <a:r>
              <a:rPr lang="en-US" sz="4199" b="1" dirty="0">
                <a:solidFill>
                  <a:srgbClr val="000000"/>
                </a:solidFill>
                <a:latin typeface="Times New Roman Bold"/>
                <a:ea typeface="Times New Roman Bold"/>
                <a:cs typeface="Times New Roman Bold"/>
                <a:sym typeface="Times New Roman Bold"/>
              </a:rPr>
              <a:t>Methodology and process for implementation</a:t>
            </a:r>
          </a:p>
        </p:txBody>
      </p:sp>
      <p:sp>
        <p:nvSpPr>
          <p:cNvPr id="5" name="Freeform 5"/>
          <p:cNvSpPr/>
          <p:nvPr/>
        </p:nvSpPr>
        <p:spPr>
          <a:xfrm>
            <a:off x="1153984" y="1271828"/>
            <a:ext cx="1132016" cy="747472"/>
          </a:xfrm>
          <a:custGeom>
            <a:avLst/>
            <a:gdLst/>
            <a:ahLst/>
            <a:cxnLst/>
            <a:rect l="l" t="t" r="r" b="b"/>
            <a:pathLst>
              <a:path w="1132016" h="747472">
                <a:moveTo>
                  <a:pt x="0" y="0"/>
                </a:moveTo>
                <a:lnTo>
                  <a:pt x="1132016" y="0"/>
                </a:lnTo>
                <a:lnTo>
                  <a:pt x="1132016" y="747472"/>
                </a:lnTo>
                <a:lnTo>
                  <a:pt x="0" y="747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15940318" y="7962888"/>
            <a:ext cx="2199865" cy="2142938"/>
            <a:chOff x="0" y="0"/>
            <a:chExt cx="2933154" cy="2857250"/>
          </a:xfrm>
        </p:grpSpPr>
        <p:sp>
          <p:nvSpPr>
            <p:cNvPr id="7" name="Freeform 7"/>
            <p:cNvSpPr/>
            <p:nvPr/>
          </p:nvSpPr>
          <p:spPr>
            <a:xfrm flipH="1">
              <a:off x="1780463" y="1565720"/>
              <a:ext cx="1152690" cy="1291530"/>
            </a:xfrm>
            <a:custGeom>
              <a:avLst/>
              <a:gdLst/>
              <a:ahLst/>
              <a:cxnLst/>
              <a:rect l="l" t="t" r="r" b="b"/>
              <a:pathLst>
                <a:path w="1152690" h="1291530">
                  <a:moveTo>
                    <a:pt x="1152691" y="0"/>
                  </a:moveTo>
                  <a:lnTo>
                    <a:pt x="0" y="0"/>
                  </a:lnTo>
                  <a:lnTo>
                    <a:pt x="0" y="1291530"/>
                  </a:lnTo>
                  <a:lnTo>
                    <a:pt x="1152691" y="1291530"/>
                  </a:lnTo>
                  <a:lnTo>
                    <a:pt x="1152691" y="0"/>
                  </a:lnTo>
                  <a:close/>
                </a:path>
              </a:pathLst>
            </a:custGeom>
            <a:blipFill>
              <a:blip r:embed="rId4"/>
              <a:stretch>
                <a:fillRect/>
              </a:stretch>
            </a:blipFill>
          </p:spPr>
          <p:txBody>
            <a:bodyPr/>
            <a:lstStyle/>
            <a:p>
              <a:endParaRPr lang="en-IN"/>
            </a:p>
          </p:txBody>
        </p:sp>
        <p:sp>
          <p:nvSpPr>
            <p:cNvPr id="8" name="Freeform 8"/>
            <p:cNvSpPr/>
            <p:nvPr/>
          </p:nvSpPr>
          <p:spPr>
            <a:xfrm rot="-1658626" flipH="1">
              <a:off x="240666" y="355740"/>
              <a:ext cx="1903930" cy="1505836"/>
            </a:xfrm>
            <a:custGeom>
              <a:avLst/>
              <a:gdLst/>
              <a:ahLst/>
              <a:cxnLst/>
              <a:rect l="l" t="t" r="r" b="b"/>
              <a:pathLst>
                <a:path w="1903930" h="1505836">
                  <a:moveTo>
                    <a:pt x="1903930" y="0"/>
                  </a:moveTo>
                  <a:lnTo>
                    <a:pt x="0" y="0"/>
                  </a:lnTo>
                  <a:lnTo>
                    <a:pt x="0" y="1505835"/>
                  </a:lnTo>
                  <a:lnTo>
                    <a:pt x="1903930" y="1505835"/>
                  </a:lnTo>
                  <a:lnTo>
                    <a:pt x="190393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9" name="Freeform 9"/>
            <p:cNvSpPr/>
            <p:nvPr/>
          </p:nvSpPr>
          <p:spPr>
            <a:xfrm rot="-255167">
              <a:off x="691804" y="564337"/>
              <a:ext cx="1059544" cy="863863"/>
            </a:xfrm>
            <a:custGeom>
              <a:avLst/>
              <a:gdLst/>
              <a:ahLst/>
              <a:cxnLst/>
              <a:rect l="l" t="t" r="r" b="b"/>
              <a:pathLst>
                <a:path w="1059544" h="863863">
                  <a:moveTo>
                    <a:pt x="0" y="0"/>
                  </a:moveTo>
                  <a:lnTo>
                    <a:pt x="1059544" y="0"/>
                  </a:lnTo>
                  <a:lnTo>
                    <a:pt x="1059544" y="863863"/>
                  </a:lnTo>
                  <a:lnTo>
                    <a:pt x="0" y="86386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N"/>
            </a:p>
          </p:txBody>
        </p:sp>
      </p:grpSp>
      <p:pic>
        <p:nvPicPr>
          <p:cNvPr id="11" name="Picture 10">
            <a:extLst>
              <a:ext uri="{FF2B5EF4-FFF2-40B4-BE49-F238E27FC236}">
                <a16:creationId xmlns:a16="http://schemas.microsoft.com/office/drawing/2014/main" id="{CB9808E4-DB3E-A034-AE62-E120261B988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86000" y="2321548"/>
            <a:ext cx="13072679" cy="7610156"/>
          </a:xfrm>
          <a:prstGeom prst="rect">
            <a:avLst/>
          </a:prstGeom>
          <a:solidFill>
            <a:schemeClr val="bg1">
              <a:lumMod val="65000"/>
            </a:schemeClr>
          </a:solidFill>
        </p:spPr>
      </p:pic>
      <p:pic>
        <p:nvPicPr>
          <p:cNvPr id="13" name="Picture 2" descr="SRM Institute of Science and Technology">
            <a:extLst>
              <a:ext uri="{FF2B5EF4-FFF2-40B4-BE49-F238E27FC236}">
                <a16:creationId xmlns:a16="http://schemas.microsoft.com/office/drawing/2014/main" id="{79A0F052-4CB9-DD84-5386-7CC05859C84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F84E3490-1115-2AC5-3BB0-4A66ECE830B2}"/>
              </a:ext>
            </a:extLst>
          </p:cNvPr>
          <p:cNvPicPr>
            <a:picLocks noChangeAspect="1"/>
          </p:cNvPicPr>
          <p:nvPr/>
        </p:nvPicPr>
        <p:blipFill>
          <a:blip r:embed="rId11"/>
          <a:stretch>
            <a:fillRect/>
          </a:stretch>
        </p:blipFill>
        <p:spPr>
          <a:xfrm>
            <a:off x="332231" y="206502"/>
            <a:ext cx="1551873" cy="10580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32" name="Picture 12" descr="Image result for Logo for TTS: Web Speech API ">
            <a:extLst>
              <a:ext uri="{FF2B5EF4-FFF2-40B4-BE49-F238E27FC236}">
                <a16:creationId xmlns:a16="http://schemas.microsoft.com/office/drawing/2014/main" id="{F3B505BE-382C-C625-70C6-99510B121F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8607591"/>
            <a:ext cx="5943600" cy="1550089"/>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mage result for Logo for JS">
            <a:extLst>
              <a:ext uri="{FF2B5EF4-FFF2-40B4-BE49-F238E27FC236}">
                <a16:creationId xmlns:a16="http://schemas.microsoft.com/office/drawing/2014/main" id="{34354967-ECA0-458E-0212-D9CFFEF083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072128">
            <a:off x="117756" y="7896831"/>
            <a:ext cx="1821887" cy="143214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Logo for HTML ">
            <a:extLst>
              <a:ext uri="{FF2B5EF4-FFF2-40B4-BE49-F238E27FC236}">
                <a16:creationId xmlns:a16="http://schemas.microsoft.com/office/drawing/2014/main" id="{8CB4B43C-2FFF-15D4-D52A-EFE108A89C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768542">
            <a:off x="350203" y="3423252"/>
            <a:ext cx="2334755" cy="155431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DB804464-5608-9667-A483-678A0638405D}"/>
              </a:ext>
            </a:extLst>
          </p:cNvPr>
          <p:cNvSpPr/>
          <p:nvPr/>
        </p:nvSpPr>
        <p:spPr>
          <a:xfrm>
            <a:off x="2286000" y="2324100"/>
            <a:ext cx="12996480" cy="6155512"/>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solidFill>
                <a:srgbClr val="00B050"/>
              </a:solidFill>
            </a:endParaRPr>
          </a:p>
        </p:txBody>
      </p:sp>
      <p:sp>
        <p:nvSpPr>
          <p:cNvPr id="7" name="Rectangle: Rounded Corners 6">
            <a:extLst>
              <a:ext uri="{FF2B5EF4-FFF2-40B4-BE49-F238E27FC236}">
                <a16:creationId xmlns:a16="http://schemas.microsoft.com/office/drawing/2014/main" id="{C2C100EF-670A-DBC9-C995-6B269C654E93}"/>
              </a:ext>
            </a:extLst>
          </p:cNvPr>
          <p:cNvSpPr/>
          <p:nvPr/>
        </p:nvSpPr>
        <p:spPr>
          <a:xfrm>
            <a:off x="2174275" y="1497876"/>
            <a:ext cx="3235925" cy="5976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 name="TextBox 2"/>
          <p:cNvSpPr txBox="1"/>
          <p:nvPr/>
        </p:nvSpPr>
        <p:spPr>
          <a:xfrm>
            <a:off x="2514600" y="1373504"/>
            <a:ext cx="12942319" cy="798196"/>
          </a:xfrm>
          <a:prstGeom prst="rect">
            <a:avLst/>
          </a:prstGeom>
        </p:spPr>
        <p:txBody>
          <a:bodyPr lIns="0" tIns="0" rIns="0" bIns="0" rtlCol="0" anchor="t">
            <a:spAutoFit/>
          </a:bodyPr>
          <a:lstStyle/>
          <a:p>
            <a:pPr algn="l">
              <a:lnSpc>
                <a:spcPts val="5879"/>
              </a:lnSpc>
              <a:spcBef>
                <a:spcPct val="0"/>
              </a:spcBef>
            </a:pPr>
            <a:r>
              <a:rPr lang="en-US" sz="4199" b="1" dirty="0">
                <a:solidFill>
                  <a:srgbClr val="000000"/>
                </a:solidFill>
                <a:latin typeface="Times New Roman Bold"/>
                <a:ea typeface="Times New Roman Bold"/>
                <a:cs typeface="Times New Roman Bold"/>
                <a:sym typeface="Times New Roman Bold"/>
              </a:rPr>
              <a:t>Tech Stacks</a:t>
            </a:r>
          </a:p>
        </p:txBody>
      </p:sp>
      <p:sp>
        <p:nvSpPr>
          <p:cNvPr id="3" name="TextBox 3"/>
          <p:cNvSpPr txBox="1"/>
          <p:nvPr/>
        </p:nvSpPr>
        <p:spPr>
          <a:xfrm>
            <a:off x="2819400" y="2796032"/>
            <a:ext cx="5791201" cy="1872179"/>
          </a:xfrm>
          <a:prstGeom prst="rect">
            <a:avLst/>
          </a:prstGeom>
        </p:spPr>
        <p:txBody>
          <a:bodyPr wrap="square" lIns="0" tIns="0" rIns="0" bIns="0"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br>
              <a:rPr kumimoji="0" lang="en-US" sz="2800" b="0" i="0" u="none" strike="noStrike" kern="1200" cap="none" spc="0" normalizeH="0" baseline="0" noProof="0" dirty="0">
                <a:ln>
                  <a:noFill/>
                </a:ln>
                <a:solidFill>
                  <a:prstClr val="black"/>
                </a:solidFill>
                <a:effectLst/>
                <a:uLnTx/>
                <a:uFillTx/>
                <a:latin typeface="Calibri"/>
                <a:ea typeface="+mn-ea"/>
                <a:cs typeface="+mn-cs"/>
              </a:rPr>
            </a:b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a:lnSpc>
                <a:spcPct val="150000"/>
              </a:lnSpc>
            </a:pPr>
            <a:endParaRPr lang="en-US" sz="2800" dirty="0"/>
          </a:p>
        </p:txBody>
      </p:sp>
      <p:sp>
        <p:nvSpPr>
          <p:cNvPr id="5" name="Freeform 5"/>
          <p:cNvSpPr/>
          <p:nvPr/>
        </p:nvSpPr>
        <p:spPr>
          <a:xfrm>
            <a:off x="1028700" y="1210253"/>
            <a:ext cx="1113847" cy="1113847"/>
          </a:xfrm>
          <a:custGeom>
            <a:avLst/>
            <a:gdLst/>
            <a:ahLst/>
            <a:cxnLst/>
            <a:rect l="l" t="t" r="r" b="b"/>
            <a:pathLst>
              <a:path w="1113847" h="1113847">
                <a:moveTo>
                  <a:pt x="0" y="0"/>
                </a:moveTo>
                <a:lnTo>
                  <a:pt x="1113847" y="0"/>
                </a:lnTo>
                <a:lnTo>
                  <a:pt x="1113847" y="1113847"/>
                </a:lnTo>
                <a:lnTo>
                  <a:pt x="0" y="1113847"/>
                </a:lnTo>
                <a:lnTo>
                  <a:pt x="0" y="0"/>
                </a:lnTo>
                <a:close/>
              </a:path>
            </a:pathLst>
          </a:custGeom>
          <a:blipFill>
            <a:blip r:embed="rId5"/>
            <a:stretch>
              <a:fillRect/>
            </a:stretch>
          </a:blipFill>
        </p:spPr>
        <p:txBody>
          <a:bodyPr/>
          <a:lstStyle/>
          <a:p>
            <a:endParaRPr lang="en-IN"/>
          </a:p>
        </p:txBody>
      </p:sp>
      <p:sp>
        <p:nvSpPr>
          <p:cNvPr id="6" name="Freeform 6"/>
          <p:cNvSpPr/>
          <p:nvPr/>
        </p:nvSpPr>
        <p:spPr>
          <a:xfrm>
            <a:off x="16480612" y="8479612"/>
            <a:ext cx="1557376" cy="1557376"/>
          </a:xfrm>
          <a:custGeom>
            <a:avLst/>
            <a:gdLst/>
            <a:ahLst/>
            <a:cxnLst/>
            <a:rect l="l" t="t" r="r" b="b"/>
            <a:pathLst>
              <a:path w="1557376" h="1557376">
                <a:moveTo>
                  <a:pt x="0" y="0"/>
                </a:moveTo>
                <a:lnTo>
                  <a:pt x="1557376" y="0"/>
                </a:lnTo>
                <a:lnTo>
                  <a:pt x="1557376" y="1557376"/>
                </a:lnTo>
                <a:lnTo>
                  <a:pt x="0" y="1557376"/>
                </a:lnTo>
                <a:lnTo>
                  <a:pt x="0" y="0"/>
                </a:lnTo>
                <a:close/>
              </a:path>
            </a:pathLst>
          </a:custGeom>
          <a:blipFill>
            <a:blip r:embed="rId6"/>
            <a:stretch>
              <a:fillRect/>
            </a:stretch>
          </a:blipFill>
        </p:spPr>
        <p:txBody>
          <a:bodyPr/>
          <a:lstStyle/>
          <a:p>
            <a:endParaRPr lang="en-IN"/>
          </a:p>
        </p:txBody>
      </p:sp>
      <p:sp>
        <p:nvSpPr>
          <p:cNvPr id="12" name="TextBox 11">
            <a:extLst>
              <a:ext uri="{FF2B5EF4-FFF2-40B4-BE49-F238E27FC236}">
                <a16:creationId xmlns:a16="http://schemas.microsoft.com/office/drawing/2014/main" id="{439DB4FE-5942-7A54-574A-D05885853EB7}"/>
              </a:ext>
            </a:extLst>
          </p:cNvPr>
          <p:cNvSpPr txBox="1"/>
          <p:nvPr/>
        </p:nvSpPr>
        <p:spPr>
          <a:xfrm>
            <a:off x="9320760" y="2019300"/>
            <a:ext cx="5410199" cy="6555641"/>
          </a:xfrm>
          <a:prstGeom prst="rect">
            <a:avLst/>
          </a:prstGeom>
          <a:noFill/>
        </p:spPr>
        <p:txBody>
          <a:bodyPr wrap="square">
            <a:spAutoFit/>
          </a:bodyPr>
          <a:lstStyle/>
          <a:p>
            <a:br>
              <a:rPr kumimoji="0" lang="en-US" sz="2800" b="0" i="0" u="none" strike="noStrike" kern="1200" cap="none" spc="0" normalizeH="0" baseline="0" noProof="0" dirty="0">
                <a:ln>
                  <a:noFill/>
                </a:ln>
                <a:solidFill>
                  <a:prstClr val="black"/>
                </a:solidFill>
                <a:effectLst/>
                <a:uLnTx/>
                <a:uFillTx/>
                <a:latin typeface="Calibri"/>
                <a:ea typeface="+mn-ea"/>
                <a:cs typeface="+mn-cs"/>
              </a:rPr>
            </a:br>
            <a:r>
              <a:rPr kumimoji="0" lang="en-US" sz="2800" b="1" i="0" u="none" strike="noStrike" kern="1200" cap="none" spc="0" normalizeH="0" baseline="0" noProof="0" dirty="0">
                <a:ln>
                  <a:noFill/>
                </a:ln>
                <a:solidFill>
                  <a:prstClr val="black"/>
                </a:solidFill>
                <a:effectLst/>
                <a:uLnTx/>
                <a:uFillTx/>
                <a:latin typeface="Calibri"/>
                <a:ea typeface="+mn-ea"/>
                <a:cs typeface="+mn-cs"/>
              </a:rPr>
              <a:t>Backend:</a:t>
            </a:r>
            <a:r>
              <a:rPr kumimoji="0" lang="en-US" sz="2800" b="0" i="0" u="none" strike="noStrike" kern="1200" cap="none" spc="0" normalizeH="0" baseline="0" noProof="0" dirty="0">
                <a:ln>
                  <a:noFill/>
                </a:ln>
                <a:solidFill>
                  <a:prstClr val="black"/>
                </a:solidFill>
                <a:effectLst/>
                <a:uLnTx/>
                <a:uFillTx/>
                <a:latin typeface="Calibri"/>
                <a:ea typeface="+mn-ea"/>
                <a:cs typeface="+mn-cs"/>
              </a:rPr>
              <a:t> Python (Flask) – handles API requests, orchestrates OCR processes, and connects frontend with </a:t>
            </a: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backend</a:t>
            </a:r>
            <a:r>
              <a:rPr kumimoji="0" lang="en-US" sz="2800" b="0" i="0" u="none" strike="noStrike" kern="1200" cap="none" spc="0" normalizeH="0" baseline="0" noProof="0" dirty="0">
                <a:ln>
                  <a:noFill/>
                </a:ln>
                <a:solidFill>
                  <a:prstClr val="black"/>
                </a:solidFill>
                <a:effectLst/>
                <a:uLnTx/>
                <a:uFillTx/>
                <a:latin typeface="Calibri"/>
                <a:ea typeface="+mn-ea"/>
                <a:cs typeface="+mn-cs"/>
              </a:rPr>
              <a:t> logic.</a:t>
            </a:r>
          </a:p>
          <a:p>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r>
              <a:rPr kumimoji="0" lang="en-US" sz="2800" b="1" i="0" u="none" strike="noStrike" kern="1200" cap="none" spc="0" normalizeH="0" baseline="0" noProof="0" dirty="0">
                <a:ln>
                  <a:noFill/>
                </a:ln>
                <a:solidFill>
                  <a:prstClr val="black"/>
                </a:solidFill>
                <a:effectLst/>
                <a:uLnTx/>
                <a:uFillTx/>
                <a:latin typeface="Calibri"/>
                <a:ea typeface="+mn-ea"/>
                <a:cs typeface="+mn-cs"/>
              </a:rPr>
              <a:t>TTS:</a:t>
            </a:r>
            <a:r>
              <a:rPr lang="en-IN" b="1" dirty="0"/>
              <a:t> </a:t>
            </a:r>
            <a:r>
              <a:rPr lang="en-US" sz="2800" dirty="0" err="1"/>
              <a:t>gTTS</a:t>
            </a:r>
            <a:r>
              <a:rPr lang="en-US" sz="2800" dirty="0"/>
              <a:t> / pyttsx3 – Offline natural-sounding speech.</a:t>
            </a:r>
            <a:br>
              <a:rPr lang="en-US" sz="2800" dirty="0"/>
            </a:br>
            <a:r>
              <a:rPr lang="en-US" sz="2800" dirty="0"/>
              <a:t>Web Speech API – Online expressive, adjustable speech.</a:t>
            </a:r>
          </a:p>
          <a:p>
            <a:br>
              <a:rPr lang="en-IN" sz="2800" b="1" dirty="0"/>
            </a:br>
            <a:r>
              <a:rPr lang="en-IN" sz="2800" b="1" dirty="0"/>
              <a:t>Navigation:</a:t>
            </a:r>
            <a:r>
              <a:rPr lang="en-IN" sz="2800" dirty="0"/>
              <a:t> Geolocation API – Live location,</a:t>
            </a:r>
            <a:r>
              <a:rPr lang="en-US" sz="2800" dirty="0"/>
              <a:t> Google Maps API / OSM – Route data &amp; directions.</a:t>
            </a:r>
            <a:br>
              <a:rPr lang="en-IN" sz="2800" b="1" dirty="0"/>
            </a:br>
            <a:endParaRPr lang="en-IN" sz="2800" b="1" dirty="0"/>
          </a:p>
        </p:txBody>
      </p:sp>
      <p:sp>
        <p:nvSpPr>
          <p:cNvPr id="16" name="TextBox 15">
            <a:extLst>
              <a:ext uri="{FF2B5EF4-FFF2-40B4-BE49-F238E27FC236}">
                <a16:creationId xmlns:a16="http://schemas.microsoft.com/office/drawing/2014/main" id="{AA089CAE-B5BC-4EBB-EDC4-1D478F998F0F}"/>
              </a:ext>
            </a:extLst>
          </p:cNvPr>
          <p:cNvSpPr txBox="1"/>
          <p:nvPr/>
        </p:nvSpPr>
        <p:spPr>
          <a:xfrm>
            <a:off x="3023641" y="2400300"/>
            <a:ext cx="5382718" cy="6832640"/>
          </a:xfrm>
          <a:prstGeom prst="rect">
            <a:avLst/>
          </a:prstGeom>
          <a:noFill/>
        </p:spPr>
        <p:txBody>
          <a:bodyPr wrap="square">
            <a:spAutoFit/>
          </a:bodyPr>
          <a:lstStyle/>
          <a:p>
            <a:r>
              <a:rPr kumimoji="0" lang="en-US" sz="2800" b="1" i="0" u="none" strike="noStrike" kern="1200" cap="none" spc="0" normalizeH="0" baseline="0" noProof="0" dirty="0">
                <a:ln>
                  <a:noFill/>
                </a:ln>
                <a:solidFill>
                  <a:prstClr val="black"/>
                </a:solidFill>
                <a:effectLst/>
                <a:uLnTx/>
                <a:uFillTx/>
                <a:ea typeface="+mn-ea"/>
                <a:cs typeface="+mn-cs"/>
              </a:rPr>
              <a:t>Frontend:</a:t>
            </a:r>
            <a:r>
              <a:rPr kumimoji="0" lang="en-US" sz="2800" b="0" i="0" u="none" strike="noStrike" kern="1200" cap="none" spc="0" normalizeH="0" baseline="0" noProof="0" dirty="0">
                <a:ln>
                  <a:noFill/>
                </a:ln>
                <a:solidFill>
                  <a:prstClr val="black"/>
                </a:solidFill>
                <a:effectLst/>
                <a:uLnTx/>
                <a:uFillTx/>
                <a:ea typeface="+mn-ea"/>
                <a:cs typeface="+mn-cs"/>
              </a:rPr>
              <a:t> HTML, CSS, JavaScript (for building a clean, accessible user interface that supports interaction and customization of voice output)</a:t>
            </a:r>
            <a:br>
              <a:rPr kumimoji="0" lang="en-US" sz="2800" b="0" i="0" u="none" strike="noStrike" kern="1200" cap="none" spc="0" normalizeH="0" baseline="0" noProof="0" dirty="0">
                <a:ln>
                  <a:noFill/>
                </a:ln>
                <a:solidFill>
                  <a:prstClr val="black"/>
                </a:solidFill>
                <a:effectLst/>
                <a:uLnTx/>
                <a:uFillTx/>
                <a:ea typeface="+mn-ea"/>
                <a:cs typeface="+mn-cs"/>
              </a:rPr>
            </a:br>
            <a:br>
              <a:rPr kumimoji="0" lang="en-US" sz="2800" b="0" i="0" u="none" strike="noStrike" kern="1200" cap="none" spc="0" normalizeH="0" baseline="0" noProof="0" dirty="0">
                <a:ln>
                  <a:noFill/>
                </a:ln>
                <a:solidFill>
                  <a:prstClr val="black"/>
                </a:solidFill>
                <a:effectLst/>
                <a:uLnTx/>
                <a:uFillTx/>
                <a:ea typeface="+mn-ea"/>
                <a:cs typeface="+mn-cs"/>
              </a:rPr>
            </a:br>
            <a:r>
              <a:rPr kumimoji="0" lang="en-US" sz="2800" b="1" i="0" u="none" strike="noStrike" kern="1200" cap="none" spc="0" normalizeH="0" baseline="0" noProof="0" dirty="0">
                <a:ln>
                  <a:noFill/>
                </a:ln>
                <a:solidFill>
                  <a:prstClr val="black"/>
                </a:solidFill>
                <a:effectLst/>
                <a:uLnTx/>
                <a:uFillTx/>
                <a:ea typeface="+mn-ea"/>
                <a:cs typeface="+mn-cs"/>
              </a:rPr>
              <a:t>OCR:</a:t>
            </a:r>
            <a:r>
              <a:rPr kumimoji="0" lang="en-US" sz="2800" b="0" i="0" u="none" strike="noStrike" kern="1200" cap="none" spc="0" normalizeH="0" baseline="0" noProof="0" dirty="0">
                <a:ln>
                  <a:noFill/>
                </a:ln>
                <a:solidFill>
                  <a:prstClr val="black"/>
                </a:solidFill>
                <a:effectLst/>
                <a:uLnTx/>
                <a:uFillTx/>
                <a:ea typeface="+mn-ea"/>
                <a:cs typeface="+mn-cs"/>
              </a:rPr>
              <a:t> </a:t>
            </a:r>
            <a:r>
              <a:rPr kumimoji="0" lang="en-US" sz="2800" b="0" i="0" u="none" strike="noStrike" kern="1200" cap="none" spc="0" normalizeH="0" baseline="0" noProof="0" dirty="0" err="1">
                <a:ln>
                  <a:noFill/>
                </a:ln>
                <a:solidFill>
                  <a:prstClr val="black"/>
                </a:solidFill>
                <a:effectLst/>
                <a:uLnTx/>
                <a:uFillTx/>
                <a:ea typeface="+mn-ea"/>
                <a:cs typeface="+mn-cs"/>
              </a:rPr>
              <a:t>pytesseract</a:t>
            </a:r>
            <a:r>
              <a:rPr kumimoji="0" lang="en-US" sz="2800" b="0" i="0" u="none" strike="noStrike" kern="1200" cap="none" spc="0" normalizeH="0" baseline="0" noProof="0" dirty="0">
                <a:ln>
                  <a:noFill/>
                </a:ln>
                <a:solidFill>
                  <a:prstClr val="black"/>
                </a:solidFill>
                <a:effectLst/>
                <a:uLnTx/>
                <a:uFillTx/>
                <a:ea typeface="+mn-ea"/>
                <a:cs typeface="+mn-cs"/>
              </a:rPr>
              <a:t>, OpenCV – extracts and processes text from images and live camera feeds in multiple languages.</a:t>
            </a:r>
            <a:br>
              <a:rPr kumimoji="0" lang="en-US" sz="2800" b="0" i="0" u="none" strike="noStrike" kern="1200" cap="none" spc="0" normalizeH="0" baseline="0" noProof="0" dirty="0">
                <a:ln>
                  <a:noFill/>
                </a:ln>
                <a:solidFill>
                  <a:prstClr val="black"/>
                </a:solidFill>
                <a:effectLst/>
                <a:uLnTx/>
                <a:uFillTx/>
                <a:ea typeface="+mn-ea"/>
                <a:cs typeface="+mn-cs"/>
              </a:rPr>
            </a:br>
            <a:br>
              <a:rPr kumimoji="0" lang="en-US" sz="2800" b="1" i="0" u="none" strike="noStrike" kern="1200" cap="none" spc="0" normalizeH="0" baseline="0" noProof="0" dirty="0">
                <a:ln>
                  <a:noFill/>
                </a:ln>
                <a:solidFill>
                  <a:prstClr val="black"/>
                </a:solidFill>
                <a:effectLst/>
                <a:uLnTx/>
                <a:uFillTx/>
                <a:ea typeface="+mn-ea"/>
                <a:cs typeface="+mn-cs"/>
              </a:rPr>
            </a:br>
            <a:r>
              <a:rPr lang="en-IN" sz="2800" b="1" dirty="0"/>
              <a:t>Face Recognition:</a:t>
            </a:r>
            <a:r>
              <a:rPr lang="en-US" sz="2800" dirty="0"/>
              <a:t> </a:t>
            </a:r>
            <a:r>
              <a:rPr lang="en-US" sz="2800" dirty="0" err="1"/>
              <a:t>dlib</a:t>
            </a:r>
            <a:r>
              <a:rPr lang="en-US" sz="2800" dirty="0"/>
              <a:t> / </a:t>
            </a:r>
            <a:r>
              <a:rPr lang="en-US" sz="2800" dirty="0" err="1"/>
              <a:t>face_recognition</a:t>
            </a:r>
            <a:r>
              <a:rPr lang="en-US" sz="2800" dirty="0"/>
              <a:t> – Identifies known faces, </a:t>
            </a:r>
            <a:r>
              <a:rPr lang="en-US" sz="2800" dirty="0" err="1"/>
              <a:t>MediaPipe</a:t>
            </a:r>
            <a:r>
              <a:rPr lang="en-US" sz="2800" dirty="0"/>
              <a:t> – Enhances landmark tracking accuracy.</a:t>
            </a:r>
            <a:br>
              <a:rPr lang="en-IN" sz="2800" b="1" dirty="0"/>
            </a:br>
            <a:endParaRPr kumimoji="0" lang="en-US" sz="2800" b="1" i="0" u="none" strike="noStrike" kern="1200" cap="none" spc="0" normalizeH="0" baseline="0" noProof="0" dirty="0">
              <a:ln>
                <a:noFill/>
              </a:ln>
              <a:solidFill>
                <a:prstClr val="black"/>
              </a:solidFill>
              <a:effectLst/>
              <a:uLnTx/>
              <a:uFillTx/>
              <a:ea typeface="+mn-ea"/>
              <a:cs typeface="+mn-cs"/>
            </a:endParaRPr>
          </a:p>
          <a:p>
            <a:endParaRPr lang="en-IN" dirty="0"/>
          </a:p>
        </p:txBody>
      </p:sp>
      <p:pic>
        <p:nvPicPr>
          <p:cNvPr id="5130" name="Picture 10" descr="Image result for Logo for pytesseract">
            <a:extLst>
              <a:ext uri="{FF2B5EF4-FFF2-40B4-BE49-F238E27FC236}">
                <a16:creationId xmlns:a16="http://schemas.microsoft.com/office/drawing/2014/main" id="{1FC2E70A-92CE-0111-4258-87AAE35E75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97016">
            <a:off x="16122372" y="6430006"/>
            <a:ext cx="1202725" cy="12027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Logo for HTML ">
            <a:extLst>
              <a:ext uri="{FF2B5EF4-FFF2-40B4-BE49-F238E27FC236}">
                <a16:creationId xmlns:a16="http://schemas.microsoft.com/office/drawing/2014/main" id="{582BF847-B12E-0641-A3A6-98130D3759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575198">
            <a:off x="16482108" y="3173848"/>
            <a:ext cx="1300848" cy="145645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SRM Institute of Science and Technology">
            <a:extLst>
              <a:ext uri="{FF2B5EF4-FFF2-40B4-BE49-F238E27FC236}">
                <a16:creationId xmlns:a16="http://schemas.microsoft.com/office/drawing/2014/main" id="{6DCEE699-3401-D553-2231-34276DD2EF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F234761-BE35-A4C1-D2D6-2659E3F0CD15}"/>
              </a:ext>
            </a:extLst>
          </p:cNvPr>
          <p:cNvPicPr>
            <a:picLocks noChangeAspect="1"/>
          </p:cNvPicPr>
          <p:nvPr/>
        </p:nvPicPr>
        <p:blipFill>
          <a:blip r:embed="rId10"/>
          <a:stretch>
            <a:fillRect/>
          </a:stretch>
        </p:blipFill>
        <p:spPr>
          <a:xfrm>
            <a:off x="332231" y="206502"/>
            <a:ext cx="1551873" cy="10580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p:cTn id="7" dur="500" fill="hold"/>
                                        <p:tgtEl>
                                          <p:spTgt spid="5122"/>
                                        </p:tgtEl>
                                        <p:attrNameLst>
                                          <p:attrName>ppt_w</p:attrName>
                                        </p:attrNameLst>
                                      </p:cBhvr>
                                      <p:tavLst>
                                        <p:tav tm="0">
                                          <p:val>
                                            <p:fltVal val="0"/>
                                          </p:val>
                                        </p:tav>
                                        <p:tav tm="100000">
                                          <p:val>
                                            <p:strVal val="#ppt_w"/>
                                          </p:val>
                                        </p:tav>
                                      </p:tavLst>
                                    </p:anim>
                                    <p:anim calcmode="lin" valueType="num">
                                      <p:cBhvr>
                                        <p:cTn id="8" dur="500" fill="hold"/>
                                        <p:tgtEl>
                                          <p:spTgt spid="5122"/>
                                        </p:tgtEl>
                                        <p:attrNameLst>
                                          <p:attrName>ppt_h</p:attrName>
                                        </p:attrNameLst>
                                      </p:cBhvr>
                                      <p:tavLst>
                                        <p:tav tm="0">
                                          <p:val>
                                            <p:fltVal val="0"/>
                                          </p:val>
                                        </p:tav>
                                        <p:tav tm="100000">
                                          <p:val>
                                            <p:strVal val="#ppt_h"/>
                                          </p:val>
                                        </p:tav>
                                      </p:tavLst>
                                    </p:anim>
                                    <p:animEffect transition="in" filter="fade">
                                      <p:cBhvr>
                                        <p:cTn id="9" dur="500"/>
                                        <p:tgtEl>
                                          <p:spTgt spid="5122"/>
                                        </p:tgtEl>
                                      </p:cBhvr>
                                    </p:animEffect>
                                  </p:childTnLst>
                                </p:cTn>
                              </p:par>
                              <p:par>
                                <p:cTn id="10" presetID="53" presetClass="entr" presetSubtype="16" fill="hold" nodeType="withEffect">
                                  <p:stCondLst>
                                    <p:cond delay="0"/>
                                  </p:stCondLst>
                                  <p:childTnLst>
                                    <p:set>
                                      <p:cBhvr>
                                        <p:cTn id="11" dur="1" fill="hold">
                                          <p:stCondLst>
                                            <p:cond delay="0"/>
                                          </p:stCondLst>
                                        </p:cTn>
                                        <p:tgtEl>
                                          <p:spTgt spid="5126"/>
                                        </p:tgtEl>
                                        <p:attrNameLst>
                                          <p:attrName>style.visibility</p:attrName>
                                        </p:attrNameLst>
                                      </p:cBhvr>
                                      <p:to>
                                        <p:strVal val="visible"/>
                                      </p:to>
                                    </p:set>
                                    <p:anim calcmode="lin" valueType="num">
                                      <p:cBhvr>
                                        <p:cTn id="12" dur="500" fill="hold"/>
                                        <p:tgtEl>
                                          <p:spTgt spid="5126"/>
                                        </p:tgtEl>
                                        <p:attrNameLst>
                                          <p:attrName>ppt_w</p:attrName>
                                        </p:attrNameLst>
                                      </p:cBhvr>
                                      <p:tavLst>
                                        <p:tav tm="0">
                                          <p:val>
                                            <p:fltVal val="0"/>
                                          </p:val>
                                        </p:tav>
                                        <p:tav tm="100000">
                                          <p:val>
                                            <p:strVal val="#ppt_w"/>
                                          </p:val>
                                        </p:tav>
                                      </p:tavLst>
                                    </p:anim>
                                    <p:anim calcmode="lin" valueType="num">
                                      <p:cBhvr>
                                        <p:cTn id="13" dur="500" fill="hold"/>
                                        <p:tgtEl>
                                          <p:spTgt spid="5126"/>
                                        </p:tgtEl>
                                        <p:attrNameLst>
                                          <p:attrName>ppt_h</p:attrName>
                                        </p:attrNameLst>
                                      </p:cBhvr>
                                      <p:tavLst>
                                        <p:tav tm="0">
                                          <p:val>
                                            <p:fltVal val="0"/>
                                          </p:val>
                                        </p:tav>
                                        <p:tav tm="100000">
                                          <p:val>
                                            <p:strVal val="#ppt_h"/>
                                          </p:val>
                                        </p:tav>
                                      </p:tavLst>
                                    </p:anim>
                                    <p:animEffect transition="in" filter="fade">
                                      <p:cBhvr>
                                        <p:cTn id="14" dur="500"/>
                                        <p:tgtEl>
                                          <p:spTgt spid="5126"/>
                                        </p:tgtEl>
                                      </p:cBhvr>
                                    </p:animEffect>
                                  </p:childTnLst>
                                </p:cTn>
                              </p:par>
                              <p:par>
                                <p:cTn id="15" presetID="53" presetClass="entr" presetSubtype="16" fill="hold" nodeType="withEffect">
                                  <p:stCondLst>
                                    <p:cond delay="0"/>
                                  </p:stCondLst>
                                  <p:childTnLst>
                                    <p:set>
                                      <p:cBhvr>
                                        <p:cTn id="16" dur="1" fill="hold">
                                          <p:stCondLst>
                                            <p:cond delay="0"/>
                                          </p:stCondLst>
                                        </p:cTn>
                                        <p:tgtEl>
                                          <p:spTgt spid="5130"/>
                                        </p:tgtEl>
                                        <p:attrNameLst>
                                          <p:attrName>style.visibility</p:attrName>
                                        </p:attrNameLst>
                                      </p:cBhvr>
                                      <p:to>
                                        <p:strVal val="visible"/>
                                      </p:to>
                                    </p:set>
                                    <p:anim calcmode="lin" valueType="num">
                                      <p:cBhvr>
                                        <p:cTn id="17" dur="500" fill="hold"/>
                                        <p:tgtEl>
                                          <p:spTgt spid="5130"/>
                                        </p:tgtEl>
                                        <p:attrNameLst>
                                          <p:attrName>ppt_w</p:attrName>
                                        </p:attrNameLst>
                                      </p:cBhvr>
                                      <p:tavLst>
                                        <p:tav tm="0">
                                          <p:val>
                                            <p:fltVal val="0"/>
                                          </p:val>
                                        </p:tav>
                                        <p:tav tm="100000">
                                          <p:val>
                                            <p:strVal val="#ppt_w"/>
                                          </p:val>
                                        </p:tav>
                                      </p:tavLst>
                                    </p:anim>
                                    <p:anim calcmode="lin" valueType="num">
                                      <p:cBhvr>
                                        <p:cTn id="18" dur="500" fill="hold"/>
                                        <p:tgtEl>
                                          <p:spTgt spid="5130"/>
                                        </p:tgtEl>
                                        <p:attrNameLst>
                                          <p:attrName>ppt_h</p:attrName>
                                        </p:attrNameLst>
                                      </p:cBhvr>
                                      <p:tavLst>
                                        <p:tav tm="0">
                                          <p:val>
                                            <p:fltVal val="0"/>
                                          </p:val>
                                        </p:tav>
                                        <p:tav tm="100000">
                                          <p:val>
                                            <p:strVal val="#ppt_h"/>
                                          </p:val>
                                        </p:tav>
                                      </p:tavLst>
                                    </p:anim>
                                    <p:animEffect transition="in" filter="fade">
                                      <p:cBhvr>
                                        <p:cTn id="19" dur="500"/>
                                        <p:tgtEl>
                                          <p:spTgt spid="5130"/>
                                        </p:tgtEl>
                                      </p:cBhvr>
                                    </p:animEffect>
                                  </p:childTnLst>
                                </p:cTn>
                              </p:par>
                              <p:par>
                                <p:cTn id="20" presetID="53" presetClass="entr" presetSubtype="16" fill="hold" nodeType="withEffect">
                                  <p:stCondLst>
                                    <p:cond delay="0"/>
                                  </p:stCondLst>
                                  <p:childTnLst>
                                    <p:set>
                                      <p:cBhvr>
                                        <p:cTn id="21" dur="1" fill="hold">
                                          <p:stCondLst>
                                            <p:cond delay="0"/>
                                          </p:stCondLst>
                                        </p:cTn>
                                        <p:tgtEl>
                                          <p:spTgt spid="5132"/>
                                        </p:tgtEl>
                                        <p:attrNameLst>
                                          <p:attrName>style.visibility</p:attrName>
                                        </p:attrNameLst>
                                      </p:cBhvr>
                                      <p:to>
                                        <p:strVal val="visible"/>
                                      </p:to>
                                    </p:set>
                                    <p:anim calcmode="lin" valueType="num">
                                      <p:cBhvr>
                                        <p:cTn id="22" dur="500" fill="hold"/>
                                        <p:tgtEl>
                                          <p:spTgt spid="5132"/>
                                        </p:tgtEl>
                                        <p:attrNameLst>
                                          <p:attrName>ppt_w</p:attrName>
                                        </p:attrNameLst>
                                      </p:cBhvr>
                                      <p:tavLst>
                                        <p:tav tm="0">
                                          <p:val>
                                            <p:fltVal val="0"/>
                                          </p:val>
                                        </p:tav>
                                        <p:tav tm="100000">
                                          <p:val>
                                            <p:strVal val="#ppt_w"/>
                                          </p:val>
                                        </p:tav>
                                      </p:tavLst>
                                    </p:anim>
                                    <p:anim calcmode="lin" valueType="num">
                                      <p:cBhvr>
                                        <p:cTn id="23" dur="500" fill="hold"/>
                                        <p:tgtEl>
                                          <p:spTgt spid="5132"/>
                                        </p:tgtEl>
                                        <p:attrNameLst>
                                          <p:attrName>ppt_h</p:attrName>
                                        </p:attrNameLst>
                                      </p:cBhvr>
                                      <p:tavLst>
                                        <p:tav tm="0">
                                          <p:val>
                                            <p:fltVal val="0"/>
                                          </p:val>
                                        </p:tav>
                                        <p:tav tm="100000">
                                          <p:val>
                                            <p:strVal val="#ppt_h"/>
                                          </p:val>
                                        </p:tav>
                                      </p:tavLst>
                                    </p:anim>
                                    <p:animEffect transition="in" filter="fade">
                                      <p:cBhvr>
                                        <p:cTn id="24" dur="500"/>
                                        <p:tgtEl>
                                          <p:spTgt spid="5132"/>
                                        </p:tgtEl>
                                      </p:cBhvr>
                                    </p:animEffect>
                                  </p:childTnLst>
                                </p:cTn>
                              </p:par>
                              <p:par>
                                <p:cTn id="25" presetID="53" presetClass="entr" presetSubtype="16" fill="hold" nodeType="withEffect">
                                  <p:stCondLst>
                                    <p:cond delay="0"/>
                                  </p:stCondLst>
                                  <p:childTnLst>
                                    <p:set>
                                      <p:cBhvr>
                                        <p:cTn id="26" dur="1" fill="hold">
                                          <p:stCondLst>
                                            <p:cond delay="0"/>
                                          </p:stCondLst>
                                        </p:cTn>
                                        <p:tgtEl>
                                          <p:spTgt spid="5124"/>
                                        </p:tgtEl>
                                        <p:attrNameLst>
                                          <p:attrName>style.visibility</p:attrName>
                                        </p:attrNameLst>
                                      </p:cBhvr>
                                      <p:to>
                                        <p:strVal val="visible"/>
                                      </p:to>
                                    </p:set>
                                    <p:anim calcmode="lin" valueType="num">
                                      <p:cBhvr>
                                        <p:cTn id="27" dur="500" fill="hold"/>
                                        <p:tgtEl>
                                          <p:spTgt spid="5124"/>
                                        </p:tgtEl>
                                        <p:attrNameLst>
                                          <p:attrName>ppt_w</p:attrName>
                                        </p:attrNameLst>
                                      </p:cBhvr>
                                      <p:tavLst>
                                        <p:tav tm="0">
                                          <p:val>
                                            <p:fltVal val="0"/>
                                          </p:val>
                                        </p:tav>
                                        <p:tav tm="100000">
                                          <p:val>
                                            <p:strVal val="#ppt_w"/>
                                          </p:val>
                                        </p:tav>
                                      </p:tavLst>
                                    </p:anim>
                                    <p:anim calcmode="lin" valueType="num">
                                      <p:cBhvr>
                                        <p:cTn id="28" dur="500" fill="hold"/>
                                        <p:tgtEl>
                                          <p:spTgt spid="5124"/>
                                        </p:tgtEl>
                                        <p:attrNameLst>
                                          <p:attrName>ppt_h</p:attrName>
                                        </p:attrNameLst>
                                      </p:cBhvr>
                                      <p:tavLst>
                                        <p:tav tm="0">
                                          <p:val>
                                            <p:fltVal val="0"/>
                                          </p:val>
                                        </p:tav>
                                        <p:tav tm="100000">
                                          <p:val>
                                            <p:strVal val="#ppt_h"/>
                                          </p:val>
                                        </p:tav>
                                      </p:tavLst>
                                    </p:anim>
                                    <p:animEffect transition="in" filter="fade">
                                      <p:cBhvr>
                                        <p:cTn id="29" dur="500"/>
                                        <p:tgtEl>
                                          <p:spTgt spid="5124"/>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xEl>
                                              <p:pRg st="0" end="0"/>
                                            </p:txEl>
                                          </p:spTgt>
                                        </p:tgtEl>
                                        <p:attrNameLst>
                                          <p:attrName>style.visibility</p:attrName>
                                        </p:attrNameLst>
                                      </p:cBhvr>
                                      <p:to>
                                        <p:strVal val="visible"/>
                                      </p:to>
                                    </p:set>
                                    <p:animEffect transition="in" filter="fade">
                                      <p:cBhvr>
                                        <p:cTn id="32" dur="500"/>
                                        <p:tgtEl>
                                          <p:spTgt spid="16">
                                            <p:txEl>
                                              <p:pRg st="0" end="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500"/>
                                        <p:tgtEl>
                                          <p:spTgt spid="12">
                                            <p:txEl>
                                              <p:pRg st="0" end="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xEl>
                                              <p:pRg st="2" end="2"/>
                                            </p:txEl>
                                          </p:spTgt>
                                        </p:tgtEl>
                                        <p:attrNameLst>
                                          <p:attrName>style.visibility</p:attrName>
                                        </p:attrNameLst>
                                      </p:cBhvr>
                                      <p:to>
                                        <p:strVal val="visible"/>
                                      </p:to>
                                    </p:set>
                                    <p:animEffect transition="in" filter="fade">
                                      <p:cBhvr>
                                        <p:cTn id="38" dur="500"/>
                                        <p:tgtEl>
                                          <p:spTgt spid="12">
                                            <p:txEl>
                                              <p:pRg st="2" end="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xEl>
                                              <p:pRg st="3" end="3"/>
                                            </p:txEl>
                                          </p:spTgt>
                                        </p:tgtEl>
                                        <p:attrNameLst>
                                          <p:attrName>style.visibility</p:attrName>
                                        </p:attrNameLst>
                                      </p:cBhvr>
                                      <p:to>
                                        <p:strVal val="visible"/>
                                      </p:to>
                                    </p:set>
                                    <p:animEffect transition="in" filter="fade">
                                      <p:cBhvr>
                                        <p:cTn id="41"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DE8A351-04C1-FA2E-B01B-EC6A9B69D419}"/>
              </a:ext>
            </a:extLst>
          </p:cNvPr>
          <p:cNvSpPr/>
          <p:nvPr/>
        </p:nvSpPr>
        <p:spPr>
          <a:xfrm>
            <a:off x="2174275" y="1497876"/>
            <a:ext cx="3693125" cy="5976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 name="TextBox 2"/>
          <p:cNvSpPr txBox="1"/>
          <p:nvPr/>
        </p:nvSpPr>
        <p:spPr>
          <a:xfrm>
            <a:off x="2340160" y="1373504"/>
            <a:ext cx="12942319" cy="798196"/>
          </a:xfrm>
          <a:prstGeom prst="rect">
            <a:avLst/>
          </a:prstGeom>
        </p:spPr>
        <p:txBody>
          <a:bodyPr lIns="0" tIns="0" rIns="0" bIns="0" rtlCol="0" anchor="t">
            <a:spAutoFit/>
          </a:bodyPr>
          <a:lstStyle/>
          <a:p>
            <a:pPr algn="l">
              <a:lnSpc>
                <a:spcPts val="5879"/>
              </a:lnSpc>
              <a:spcBef>
                <a:spcPct val="0"/>
              </a:spcBef>
            </a:pPr>
            <a:r>
              <a:rPr lang="en-US" sz="4199" b="1" dirty="0">
                <a:solidFill>
                  <a:srgbClr val="000000"/>
                </a:solidFill>
                <a:latin typeface="Times New Roman Bold"/>
                <a:ea typeface="Times New Roman Bold"/>
                <a:cs typeface="Times New Roman Bold"/>
                <a:sym typeface="Times New Roman Bold"/>
              </a:rPr>
              <a:t>Future Scope</a:t>
            </a:r>
          </a:p>
        </p:txBody>
      </p:sp>
      <p:sp>
        <p:nvSpPr>
          <p:cNvPr id="5" name="Freeform 5"/>
          <p:cNvSpPr/>
          <p:nvPr/>
        </p:nvSpPr>
        <p:spPr>
          <a:xfrm>
            <a:off x="1078096" y="1259649"/>
            <a:ext cx="1064451" cy="1064451"/>
          </a:xfrm>
          <a:custGeom>
            <a:avLst/>
            <a:gdLst/>
            <a:ahLst/>
            <a:cxnLst/>
            <a:rect l="l" t="t" r="r" b="b"/>
            <a:pathLst>
              <a:path w="1064451" h="1064451">
                <a:moveTo>
                  <a:pt x="0" y="0"/>
                </a:moveTo>
                <a:lnTo>
                  <a:pt x="1064451" y="0"/>
                </a:lnTo>
                <a:lnTo>
                  <a:pt x="1064451" y="1064451"/>
                </a:lnTo>
                <a:lnTo>
                  <a:pt x="0" y="1064451"/>
                </a:lnTo>
                <a:lnTo>
                  <a:pt x="0" y="0"/>
                </a:lnTo>
                <a:close/>
              </a:path>
            </a:pathLst>
          </a:custGeom>
          <a:blipFill>
            <a:blip r:embed="rId2"/>
            <a:stretch>
              <a:fillRect/>
            </a:stretch>
          </a:blipFill>
        </p:spPr>
        <p:txBody>
          <a:bodyPr/>
          <a:lstStyle/>
          <a:p>
            <a:endParaRPr lang="en-IN"/>
          </a:p>
        </p:txBody>
      </p:sp>
      <p:sp>
        <p:nvSpPr>
          <p:cNvPr id="6" name="Freeform 6"/>
          <p:cNvSpPr/>
          <p:nvPr/>
        </p:nvSpPr>
        <p:spPr>
          <a:xfrm>
            <a:off x="16581248" y="8569171"/>
            <a:ext cx="1557238" cy="1557238"/>
          </a:xfrm>
          <a:custGeom>
            <a:avLst/>
            <a:gdLst/>
            <a:ahLst/>
            <a:cxnLst/>
            <a:rect l="l" t="t" r="r" b="b"/>
            <a:pathLst>
              <a:path w="1557238" h="1557238">
                <a:moveTo>
                  <a:pt x="0" y="0"/>
                </a:moveTo>
                <a:lnTo>
                  <a:pt x="1557239" y="0"/>
                </a:lnTo>
                <a:lnTo>
                  <a:pt x="1557239" y="1557239"/>
                </a:lnTo>
                <a:lnTo>
                  <a:pt x="0" y="1557239"/>
                </a:lnTo>
                <a:lnTo>
                  <a:pt x="0" y="0"/>
                </a:lnTo>
                <a:close/>
              </a:path>
            </a:pathLst>
          </a:custGeom>
          <a:blipFill>
            <a:blip r:embed="rId3"/>
            <a:stretch>
              <a:fillRect/>
            </a:stretch>
          </a:blipFill>
        </p:spPr>
        <p:txBody>
          <a:bodyPr/>
          <a:lstStyle/>
          <a:p>
            <a:endParaRPr lang="en-IN"/>
          </a:p>
        </p:txBody>
      </p:sp>
      <p:sp>
        <p:nvSpPr>
          <p:cNvPr id="16" name="TextBox 15">
            <a:extLst>
              <a:ext uri="{FF2B5EF4-FFF2-40B4-BE49-F238E27FC236}">
                <a16:creationId xmlns:a16="http://schemas.microsoft.com/office/drawing/2014/main" id="{0BB0D578-1DFA-217B-3153-79DC3D59D45A}"/>
              </a:ext>
            </a:extLst>
          </p:cNvPr>
          <p:cNvSpPr txBox="1"/>
          <p:nvPr/>
        </p:nvSpPr>
        <p:spPr>
          <a:xfrm>
            <a:off x="1627006" y="2584501"/>
            <a:ext cx="8355194" cy="261084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800" dirty="0"/>
              <a:t>Integration with Braille Output Devices</a:t>
            </a:r>
          </a:p>
          <a:p>
            <a:pPr marL="285750" indent="-285750">
              <a:lnSpc>
                <a:spcPct val="150000"/>
              </a:lnSpc>
              <a:buFont typeface="Arial" panose="020B0604020202020204" pitchFamily="34" charset="0"/>
              <a:buChar char="•"/>
            </a:pPr>
            <a:r>
              <a:rPr lang="en-US" sz="2800" dirty="0"/>
              <a:t>Mobile App for On-the-Go Use</a:t>
            </a:r>
          </a:p>
          <a:p>
            <a:pPr marL="285750" indent="-285750">
              <a:lnSpc>
                <a:spcPct val="150000"/>
              </a:lnSpc>
              <a:buFont typeface="Arial" panose="020B0604020202020204" pitchFamily="34" charset="0"/>
              <a:buChar char="•"/>
            </a:pPr>
            <a:r>
              <a:rPr lang="en-US" sz="2800" dirty="0"/>
              <a:t>Cloud-Based Storage and History Tracking</a:t>
            </a:r>
          </a:p>
          <a:p>
            <a:pPr marL="285750" indent="-285750">
              <a:lnSpc>
                <a:spcPct val="150000"/>
              </a:lnSpc>
              <a:buFont typeface="Arial" panose="020B0604020202020204" pitchFamily="34" charset="0"/>
              <a:buChar char="•"/>
            </a:pPr>
            <a:r>
              <a:rPr lang="en-US" sz="2800" dirty="0"/>
              <a:t>AI-based Language Translation and Summarization</a:t>
            </a:r>
          </a:p>
        </p:txBody>
      </p:sp>
      <p:pic>
        <p:nvPicPr>
          <p:cNvPr id="2052" name="Picture 4">
            <a:extLst>
              <a:ext uri="{FF2B5EF4-FFF2-40B4-BE49-F238E27FC236}">
                <a16:creationId xmlns:a16="http://schemas.microsoft.com/office/drawing/2014/main" id="{BD5A6B2E-9A47-9003-0260-8222C17955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7635321"/>
            <a:ext cx="2228391" cy="249108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3457DF0-35D1-9F54-B8B1-CF03A9854068}"/>
              </a:ext>
            </a:extLst>
          </p:cNvPr>
          <p:cNvSpPr txBox="1"/>
          <p:nvPr/>
        </p:nvSpPr>
        <p:spPr>
          <a:xfrm>
            <a:off x="7239000" y="5655120"/>
            <a:ext cx="10210800" cy="3257174"/>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Voice Command Interaction for Hands-Free Operation</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Calibri"/>
                <a:ea typeface="+mn-ea"/>
                <a:cs typeface="+mn-cs"/>
              </a:rPr>
              <a:t>Contextual Text Understanding</a:t>
            </a:r>
          </a:p>
          <a:p>
            <a:pPr marL="285750" indent="-285750" defTabSz="914400">
              <a:lnSpc>
                <a:spcPct val="150000"/>
              </a:lnSpc>
              <a:buFont typeface="Arial" panose="020B0604020202020204" pitchFamily="34" charset="0"/>
              <a:buChar char="•"/>
              <a:defRPr/>
            </a:pPr>
            <a:r>
              <a:rPr lang="en-US" sz="2800" dirty="0"/>
              <a:t>AR-enabled smart navigation through enhanced spectacles</a:t>
            </a:r>
          </a:p>
          <a:p>
            <a:pPr marL="285750" indent="-285750" defTabSz="914400">
              <a:lnSpc>
                <a:spcPct val="150000"/>
              </a:lnSpc>
              <a:buFont typeface="Arial" panose="020B0604020202020204" pitchFamily="34" charset="0"/>
              <a:buChar char="•"/>
              <a:defRPr/>
            </a:pPr>
            <a:r>
              <a:rPr lang="en-US" sz="2800" dirty="0"/>
              <a:t>Educational tools with math and diagram recognition</a:t>
            </a:r>
          </a:p>
          <a:p>
            <a:pPr marL="285750" lvl="0" indent="-285750" defTabSz="914400">
              <a:lnSpc>
                <a:spcPct val="150000"/>
              </a:lnSpc>
              <a:buFont typeface="Arial" panose="020B0604020202020204" pitchFamily="34" charset="0"/>
              <a:buChar char="•"/>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7170" name="Picture 2" descr="See related image detail. AI customer service communication">
            <a:extLst>
              <a:ext uri="{FF2B5EF4-FFF2-40B4-BE49-F238E27FC236}">
                <a16:creationId xmlns:a16="http://schemas.microsoft.com/office/drawing/2014/main" id="{60EF742B-CDD6-A930-2BB2-3BDADE0E9C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2599" y="6286500"/>
            <a:ext cx="2276475" cy="18288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Language Translation Related Designs">
            <a:extLst>
              <a:ext uri="{FF2B5EF4-FFF2-40B4-BE49-F238E27FC236}">
                <a16:creationId xmlns:a16="http://schemas.microsoft.com/office/drawing/2014/main" id="{435F045A-3B53-495C-3CBB-08A82B16B3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9581" y="2254613"/>
            <a:ext cx="3324225" cy="294073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1BF05A5-8F75-96B6-2E8A-DBD4677F7CB0}"/>
              </a:ext>
            </a:extLst>
          </p:cNvPr>
          <p:cNvPicPr>
            <a:picLocks noChangeAspect="1"/>
          </p:cNvPicPr>
          <p:nvPr/>
        </p:nvPicPr>
        <p:blipFill>
          <a:blip r:embed="rId7"/>
          <a:stretch>
            <a:fillRect/>
          </a:stretch>
        </p:blipFill>
        <p:spPr>
          <a:xfrm>
            <a:off x="332232" y="206503"/>
            <a:ext cx="1544614" cy="1053146"/>
          </a:xfrm>
          <a:prstGeom prst="rect">
            <a:avLst/>
          </a:prstGeom>
        </p:spPr>
      </p:pic>
      <p:pic>
        <p:nvPicPr>
          <p:cNvPr id="11" name="Picture 2" descr="SRM Institute of Science and Technology">
            <a:extLst>
              <a:ext uri="{FF2B5EF4-FFF2-40B4-BE49-F238E27FC236}">
                <a16:creationId xmlns:a16="http://schemas.microsoft.com/office/drawing/2014/main" id="{04DE9949-0372-5AE0-2A90-2C9197FEFF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42" presetClass="entr" presetSubtype="0" fill="hold" nodeType="withEffect">
                                  <p:stCondLst>
                                    <p:cond delay="0"/>
                                  </p:stCondLst>
                                  <p:childTnLst>
                                    <p:set>
                                      <p:cBhvr>
                                        <p:cTn id="12" dur="1" fill="hold">
                                          <p:stCondLst>
                                            <p:cond delay="0"/>
                                          </p:stCondLst>
                                        </p:cTn>
                                        <p:tgtEl>
                                          <p:spTgt spid="7172"/>
                                        </p:tgtEl>
                                        <p:attrNameLst>
                                          <p:attrName>style.visibility</p:attrName>
                                        </p:attrNameLst>
                                      </p:cBhvr>
                                      <p:to>
                                        <p:strVal val="visible"/>
                                      </p:to>
                                    </p:set>
                                    <p:animEffect transition="in" filter="fade">
                                      <p:cBhvr>
                                        <p:cTn id="13" dur="1000"/>
                                        <p:tgtEl>
                                          <p:spTgt spid="7172"/>
                                        </p:tgtEl>
                                      </p:cBhvr>
                                    </p:animEffect>
                                    <p:anim calcmode="lin" valueType="num">
                                      <p:cBhvr>
                                        <p:cTn id="14" dur="1000" fill="hold"/>
                                        <p:tgtEl>
                                          <p:spTgt spid="7172"/>
                                        </p:tgtEl>
                                        <p:attrNameLst>
                                          <p:attrName>ppt_x</p:attrName>
                                        </p:attrNameLst>
                                      </p:cBhvr>
                                      <p:tavLst>
                                        <p:tav tm="0">
                                          <p:val>
                                            <p:strVal val="#ppt_x"/>
                                          </p:val>
                                        </p:tav>
                                        <p:tav tm="100000">
                                          <p:val>
                                            <p:strVal val="#ppt_x"/>
                                          </p:val>
                                        </p:tav>
                                      </p:tavLst>
                                    </p:anim>
                                    <p:anim calcmode="lin" valueType="num">
                                      <p:cBhvr>
                                        <p:cTn id="15" dur="1000" fill="hold"/>
                                        <p:tgtEl>
                                          <p:spTgt spid="7172"/>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fade">
                                      <p:cBhvr>
                                        <p:cTn id="18" dur="1000"/>
                                        <p:tgtEl>
                                          <p:spTgt spid="2052"/>
                                        </p:tgtEl>
                                      </p:cBhvr>
                                    </p:animEffect>
                                    <p:anim calcmode="lin" valueType="num">
                                      <p:cBhvr>
                                        <p:cTn id="19" dur="1000" fill="hold"/>
                                        <p:tgtEl>
                                          <p:spTgt spid="2052"/>
                                        </p:tgtEl>
                                        <p:attrNameLst>
                                          <p:attrName>ppt_x</p:attrName>
                                        </p:attrNameLst>
                                      </p:cBhvr>
                                      <p:tavLst>
                                        <p:tav tm="0">
                                          <p:val>
                                            <p:strVal val="#ppt_x"/>
                                          </p:val>
                                        </p:tav>
                                        <p:tav tm="100000">
                                          <p:val>
                                            <p:strVal val="#ppt_x"/>
                                          </p:val>
                                        </p:tav>
                                      </p:tavLst>
                                    </p:anim>
                                    <p:anim calcmode="lin" valueType="num">
                                      <p:cBhvr>
                                        <p:cTn id="20" dur="1000" fill="hold"/>
                                        <p:tgtEl>
                                          <p:spTgt spid="2052"/>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7170"/>
                                        </p:tgtEl>
                                        <p:attrNameLst>
                                          <p:attrName>style.visibility</p:attrName>
                                        </p:attrNameLst>
                                      </p:cBhvr>
                                      <p:to>
                                        <p:strVal val="visible"/>
                                      </p:to>
                                    </p:set>
                                    <p:animEffect transition="in" filter="fade">
                                      <p:cBhvr>
                                        <p:cTn id="23" dur="1000"/>
                                        <p:tgtEl>
                                          <p:spTgt spid="7170"/>
                                        </p:tgtEl>
                                      </p:cBhvr>
                                    </p:animEffect>
                                    <p:anim calcmode="lin" valueType="num">
                                      <p:cBhvr>
                                        <p:cTn id="24" dur="1000" fill="hold"/>
                                        <p:tgtEl>
                                          <p:spTgt spid="7170"/>
                                        </p:tgtEl>
                                        <p:attrNameLst>
                                          <p:attrName>ppt_x</p:attrName>
                                        </p:attrNameLst>
                                      </p:cBhvr>
                                      <p:tavLst>
                                        <p:tav tm="0">
                                          <p:val>
                                            <p:strVal val="#ppt_x"/>
                                          </p:val>
                                        </p:tav>
                                        <p:tav tm="100000">
                                          <p:val>
                                            <p:strVal val="#ppt_x"/>
                                          </p:val>
                                        </p:tav>
                                      </p:tavLst>
                                    </p:anim>
                                    <p:anim calcmode="lin" valueType="num">
                                      <p:cBhvr>
                                        <p:cTn id="25" dur="1000" fill="hold"/>
                                        <p:tgtEl>
                                          <p:spTgt spid="71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E803C1-8039-E408-36B8-DC2258BD2462}"/>
              </a:ext>
            </a:extLst>
          </p:cNvPr>
          <p:cNvPicPr>
            <a:picLocks noChangeAspect="1"/>
          </p:cNvPicPr>
          <p:nvPr/>
        </p:nvPicPr>
        <p:blipFill>
          <a:blip r:embed="rId2"/>
          <a:stretch>
            <a:fillRect/>
          </a:stretch>
        </p:blipFill>
        <p:spPr>
          <a:xfrm>
            <a:off x="332232" y="206503"/>
            <a:ext cx="1544614" cy="1053146"/>
          </a:xfrm>
          <a:prstGeom prst="rect">
            <a:avLst/>
          </a:prstGeom>
        </p:spPr>
      </p:pic>
      <p:pic>
        <p:nvPicPr>
          <p:cNvPr id="3" name="Picture 2" descr="SRM Institute of Science and Technology">
            <a:extLst>
              <a:ext uri="{FF2B5EF4-FFF2-40B4-BE49-F238E27FC236}">
                <a16:creationId xmlns:a16="http://schemas.microsoft.com/office/drawing/2014/main" id="{BC3246E4-DBBB-1DF7-8568-63AAEDCFD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55EBC244-02AA-E858-B25C-EBBD83B4F2F6}"/>
              </a:ext>
            </a:extLst>
          </p:cNvPr>
          <p:cNvSpPr/>
          <p:nvPr/>
        </p:nvSpPr>
        <p:spPr>
          <a:xfrm>
            <a:off x="2057400" y="1452932"/>
            <a:ext cx="4572000" cy="5976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200" b="1" dirty="0">
                <a:latin typeface="Times New Roman" panose="02020603050405020304" pitchFamily="18" charset="0"/>
                <a:cs typeface="Times New Roman" panose="02020603050405020304" pitchFamily="18" charset="0"/>
              </a:rPr>
              <a:t>Completion Status</a:t>
            </a:r>
            <a:endParaRPr lang="en-IN" sz="4200" b="1" dirty="0"/>
          </a:p>
        </p:txBody>
      </p:sp>
      <p:pic>
        <p:nvPicPr>
          <p:cNvPr id="7" name="Picture 6">
            <a:extLst>
              <a:ext uri="{FF2B5EF4-FFF2-40B4-BE49-F238E27FC236}">
                <a16:creationId xmlns:a16="http://schemas.microsoft.com/office/drawing/2014/main" id="{5DDAB2D6-CBC8-90EC-2592-48E14CB261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39700" y="2705100"/>
            <a:ext cx="2400300" cy="2400300"/>
          </a:xfrm>
          <a:prstGeom prst="rect">
            <a:avLst/>
          </a:prstGeom>
        </p:spPr>
      </p:pic>
      <p:pic>
        <p:nvPicPr>
          <p:cNvPr id="9" name="Picture 8">
            <a:extLst>
              <a:ext uri="{FF2B5EF4-FFF2-40B4-BE49-F238E27FC236}">
                <a16:creationId xmlns:a16="http://schemas.microsoft.com/office/drawing/2014/main" id="{97C39672-C7E9-1F0E-DB23-E7B7E3A7AA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740432" y="6667500"/>
            <a:ext cx="1785568" cy="1785568"/>
          </a:xfrm>
          <a:prstGeom prst="rect">
            <a:avLst/>
          </a:prstGeom>
        </p:spPr>
      </p:pic>
      <p:sp>
        <p:nvSpPr>
          <p:cNvPr id="11" name="TextBox 10">
            <a:extLst>
              <a:ext uri="{FF2B5EF4-FFF2-40B4-BE49-F238E27FC236}">
                <a16:creationId xmlns:a16="http://schemas.microsoft.com/office/drawing/2014/main" id="{C886EA3F-C6CD-16D9-CF48-F1B14D23EDE4}"/>
              </a:ext>
            </a:extLst>
          </p:cNvPr>
          <p:cNvSpPr txBox="1"/>
          <p:nvPr/>
        </p:nvSpPr>
        <p:spPr>
          <a:xfrm>
            <a:off x="2057400" y="2476500"/>
            <a:ext cx="10668000" cy="8371523"/>
          </a:xfrm>
          <a:prstGeom prst="rect">
            <a:avLst/>
          </a:prstGeom>
          <a:noFill/>
        </p:spPr>
        <p:txBody>
          <a:bodyPr wrap="square" rtlCol="0">
            <a:spAutoFit/>
          </a:bodyPr>
          <a:lstStyle/>
          <a:p>
            <a:r>
              <a:rPr lang="en-US" sz="2800" b="1" dirty="0"/>
              <a:t>Current Project Stage</a:t>
            </a:r>
          </a:p>
          <a:p>
            <a:r>
              <a:rPr lang="en-US" sz="2800" b="1" dirty="0"/>
              <a:t>Prototype:</a:t>
            </a:r>
          </a:p>
          <a:p>
            <a:r>
              <a:rPr lang="en-US" sz="2800" dirty="0"/>
              <a:t>The project is in the prototype stage. Core features are implemented and testable via web interface, but not yet packaged as a full Android application.</a:t>
            </a:r>
          </a:p>
          <a:p>
            <a:br>
              <a:rPr lang="en-US" sz="2800" dirty="0"/>
            </a:br>
            <a:r>
              <a:rPr lang="en-US" sz="2800" b="1" dirty="0"/>
              <a:t>Finished Milestones:</a:t>
            </a:r>
            <a:endParaRPr lang="en-US" sz="2800" dirty="0"/>
          </a:p>
          <a:p>
            <a:r>
              <a:rPr lang="en-US" sz="2800" dirty="0"/>
              <a:t>Voice Assistant: Wake word detection, voice command handling, speech synthesis/recognition.</a:t>
            </a:r>
          </a:p>
          <a:p>
            <a:r>
              <a:rPr lang="en-US" sz="2800" dirty="0"/>
              <a:t>Navigation: Google Maps integration, real-time location tracking.</a:t>
            </a:r>
          </a:p>
          <a:p>
            <a:r>
              <a:rPr lang="en-US" sz="2800" dirty="0"/>
              <a:t>Text Reading: Webcam capture, OCR, text-to-speech.</a:t>
            </a:r>
          </a:p>
          <a:p>
            <a:r>
              <a:rPr lang="en-US" sz="2800" dirty="0"/>
              <a:t>Face Recognition: Training and live detection with voice announcements.</a:t>
            </a:r>
          </a:p>
          <a:p>
            <a:r>
              <a:rPr lang="en-US" sz="2800" dirty="0"/>
              <a:t>Accessibility &amp; UI: Large buttons, colorful animated design</a:t>
            </a:r>
          </a:p>
          <a:p>
            <a:endParaRPr lang="en-US" sz="2800" dirty="0"/>
          </a:p>
          <a:p>
            <a:r>
              <a:rPr lang="en-IN" sz="2800" b="1" dirty="0"/>
              <a:t>Pending Tasks:</a:t>
            </a:r>
          </a:p>
          <a:p>
            <a:pPr marL="457200" indent="-457200">
              <a:buFont typeface="Arial" panose="020B0604020202020204" pitchFamily="34" charset="0"/>
              <a:buChar char="•"/>
            </a:pPr>
            <a:r>
              <a:rPr lang="en-IN" sz="2000" dirty="0"/>
              <a:t>Android App Development</a:t>
            </a:r>
          </a:p>
          <a:p>
            <a:pPr marL="457200" indent="-457200">
              <a:buFont typeface="Arial" panose="020B0604020202020204" pitchFamily="34" charset="0"/>
              <a:buChar char="•"/>
            </a:pPr>
            <a:r>
              <a:rPr lang="en-IN" sz="2000" dirty="0"/>
              <a:t>Voice Assistant Improvements</a:t>
            </a:r>
          </a:p>
          <a:p>
            <a:pPr marL="457200" indent="-457200">
              <a:buFont typeface="Arial" panose="020B0604020202020204" pitchFamily="34" charset="0"/>
              <a:buChar char="•"/>
            </a:pPr>
            <a:r>
              <a:rPr lang="en-IN" sz="2000" dirty="0"/>
              <a:t>Braille Touch Integration</a:t>
            </a:r>
          </a:p>
          <a:p>
            <a:pPr marL="457200" indent="-457200">
              <a:buFont typeface="Arial" panose="020B0604020202020204" pitchFamily="34" charset="0"/>
              <a:buChar char="•"/>
            </a:pPr>
            <a:r>
              <a:rPr lang="en-IN" sz="2000" dirty="0"/>
              <a:t>Advanced Accessibility</a:t>
            </a:r>
          </a:p>
          <a:p>
            <a:endParaRPr lang="en-IN" dirty="0"/>
          </a:p>
        </p:txBody>
      </p:sp>
    </p:spTree>
    <p:extLst>
      <p:ext uri="{BB962C8B-B14F-4D97-AF65-F5344CB8AC3E}">
        <p14:creationId xmlns:p14="http://schemas.microsoft.com/office/powerpoint/2010/main" val="97704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1000"/>
                                        <p:tgtEl>
                                          <p:spTgt spid="7"/>
                                        </p:tgtEl>
                                      </p:cBhvr>
                                    </p:animEffect>
                                  </p:childTnLst>
                                </p:cTn>
                              </p:par>
                              <p:par>
                                <p:cTn id="8" presetID="21" presetClass="entr" presetSubtype="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heel(1)">
                                      <p:cBhvr>
                                        <p:cTn id="10" dur="10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9EECCFB3-C3C9-0AAF-6382-6330288BC236}"/>
              </a:ext>
            </a:extLst>
          </p:cNvPr>
          <p:cNvSpPr txBox="1"/>
          <p:nvPr/>
        </p:nvSpPr>
        <p:spPr>
          <a:xfrm>
            <a:off x="1903889" y="4318445"/>
            <a:ext cx="14736301" cy="1052029"/>
          </a:xfrm>
          <a:prstGeom prst="rect">
            <a:avLst/>
          </a:prstGeom>
        </p:spPr>
        <p:txBody>
          <a:bodyPr lIns="0" tIns="0" rIns="0" bIns="0" rtlCol="0" anchor="t">
            <a:spAutoFit/>
          </a:bodyPr>
          <a:lstStyle/>
          <a:p>
            <a:pPr algn="ctr">
              <a:lnSpc>
                <a:spcPts val="7417"/>
              </a:lnSpc>
            </a:pPr>
            <a:r>
              <a:rPr lang="en-US" sz="9271" spc="463" dirty="0">
                <a:solidFill>
                  <a:srgbClr val="3BB371"/>
                </a:solidFill>
                <a:latin typeface="TAN Nimbus"/>
                <a:ea typeface="TAN Nimbus"/>
                <a:cs typeface="TAN Nimbus"/>
                <a:sym typeface="TAN Nimbus"/>
              </a:rPr>
              <a:t>THANK YOU!</a:t>
            </a:r>
          </a:p>
        </p:txBody>
      </p:sp>
      <p:pic>
        <p:nvPicPr>
          <p:cNvPr id="3" name="Picture 4">
            <a:extLst>
              <a:ext uri="{FF2B5EF4-FFF2-40B4-BE49-F238E27FC236}">
                <a16:creationId xmlns:a16="http://schemas.microsoft.com/office/drawing/2014/main" id="{C6121BE4-5733-1ECF-D46C-B36EA94151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9634"/>
          <a:stretch/>
        </p:blipFill>
        <p:spPr bwMode="auto">
          <a:xfrm>
            <a:off x="6586747" y="6362700"/>
            <a:ext cx="5674138" cy="838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7FD4D6D-4F21-B91E-D103-F0EB56392E93}"/>
              </a:ext>
            </a:extLst>
          </p:cNvPr>
          <p:cNvSpPr txBox="1"/>
          <p:nvPr/>
        </p:nvSpPr>
        <p:spPr>
          <a:xfrm>
            <a:off x="4724400" y="7886700"/>
            <a:ext cx="9398832" cy="1228413"/>
          </a:xfrm>
          <a:prstGeom prst="rect">
            <a:avLst/>
          </a:prstGeom>
          <a:noFill/>
        </p:spPr>
        <p:txBody>
          <a:bodyPr wrap="square">
            <a:spAutoFit/>
          </a:bodyPr>
          <a:lstStyle/>
          <a:p>
            <a:pPr marL="0" marR="0" lvl="0" indent="0" algn="ctr" defTabSz="914400" rtl="0" eaLnBrk="1" fontAlgn="auto" latinLnBrk="0" hangingPunct="1">
              <a:lnSpc>
                <a:spcPts val="7417"/>
              </a:lnSpc>
              <a:spcBef>
                <a:spcPts val="0"/>
              </a:spcBef>
              <a:spcAft>
                <a:spcPts val="0"/>
              </a:spcAft>
              <a:buClrTx/>
              <a:buSzTx/>
              <a:buFontTx/>
              <a:buNone/>
              <a:tabLst/>
              <a:defRPr/>
            </a:pPr>
            <a:r>
              <a:rPr kumimoji="0" lang="en-US" sz="11500" b="0" i="0" u="none" strike="noStrike" kern="1200" cap="none" spc="463" normalizeH="0" baseline="0" noProof="0" dirty="0">
                <a:ln>
                  <a:noFill/>
                </a:ln>
                <a:solidFill>
                  <a:srgbClr val="1F497D">
                    <a:lumMod val="75000"/>
                  </a:srgbClr>
                </a:solidFill>
                <a:effectLst/>
                <a:uLnTx/>
                <a:uFillTx/>
                <a:latin typeface="TAN Nimbus"/>
                <a:ea typeface="TAN Nimbus"/>
                <a:cs typeface="TAN Nimbus"/>
                <a:sym typeface="TAN Nimbus"/>
              </a:rPr>
              <a:t>NEXUS</a:t>
            </a:r>
          </a:p>
        </p:txBody>
      </p:sp>
      <p:sp>
        <p:nvSpPr>
          <p:cNvPr id="5" name="TextBox 4">
            <a:extLst>
              <a:ext uri="{FF2B5EF4-FFF2-40B4-BE49-F238E27FC236}">
                <a16:creationId xmlns:a16="http://schemas.microsoft.com/office/drawing/2014/main" id="{C8FC1AFF-422B-817A-5AF9-535BDE07AC2B}"/>
              </a:ext>
            </a:extLst>
          </p:cNvPr>
          <p:cNvSpPr txBox="1"/>
          <p:nvPr/>
        </p:nvSpPr>
        <p:spPr>
          <a:xfrm>
            <a:off x="4420849" y="5530260"/>
            <a:ext cx="9702383" cy="542008"/>
          </a:xfrm>
          <a:prstGeom prst="rect">
            <a:avLst/>
          </a:prstGeom>
          <a:noFill/>
        </p:spPr>
        <p:txBody>
          <a:bodyPr wrap="square">
            <a:spAutoFit/>
          </a:bodyPr>
          <a:lstStyle/>
          <a:p>
            <a:pPr marL="0" marR="0" lvl="0" indent="0" algn="ctr" defTabSz="914400" rtl="0" eaLnBrk="1" fontAlgn="auto" latinLnBrk="0" hangingPunct="1">
              <a:lnSpc>
                <a:spcPts val="3272"/>
              </a:lnSpc>
              <a:spcBef>
                <a:spcPts val="0"/>
              </a:spcBef>
              <a:spcAft>
                <a:spcPts val="0"/>
              </a:spcAft>
              <a:buClrTx/>
              <a:buSzTx/>
              <a:buFontTx/>
              <a:buNone/>
              <a:tabLst/>
              <a:defRPr/>
            </a:pPr>
            <a:r>
              <a:rPr lang="en-US" sz="4400" spc="192" dirty="0">
                <a:solidFill>
                  <a:srgbClr val="002B46"/>
                </a:solidFill>
                <a:latin typeface="Times New Roman"/>
                <a:ea typeface="Times New Roman"/>
                <a:cs typeface="Times New Roman"/>
                <a:sym typeface="Times New Roman"/>
              </a:rPr>
              <a:t>FROM</a:t>
            </a:r>
            <a:endParaRPr kumimoji="0" lang="en-US" sz="4400" b="0" i="0" u="none" strike="noStrike" kern="1200" cap="none" spc="192" normalizeH="0" baseline="0" noProof="0" dirty="0">
              <a:ln>
                <a:noFill/>
              </a:ln>
              <a:solidFill>
                <a:srgbClr val="002B46"/>
              </a:solidFill>
              <a:effectLst/>
              <a:uLnTx/>
              <a:uFillTx/>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55975E36-2340-F1FA-F595-1DCE1A066A5E}"/>
              </a:ext>
            </a:extLst>
          </p:cNvPr>
          <p:cNvPicPr>
            <a:picLocks noChangeAspect="1"/>
          </p:cNvPicPr>
          <p:nvPr/>
        </p:nvPicPr>
        <p:blipFill>
          <a:blip r:embed="rId3"/>
          <a:stretch>
            <a:fillRect/>
          </a:stretch>
        </p:blipFill>
        <p:spPr>
          <a:xfrm>
            <a:off x="332231" y="206502"/>
            <a:ext cx="1551873" cy="1058095"/>
          </a:xfrm>
          <a:prstGeom prst="rect">
            <a:avLst/>
          </a:prstGeom>
        </p:spPr>
      </p:pic>
      <p:pic>
        <p:nvPicPr>
          <p:cNvPr id="7" name="Picture 2" descr="SRM Institute of Science and Technology">
            <a:extLst>
              <a:ext uri="{FF2B5EF4-FFF2-40B4-BE49-F238E27FC236}">
                <a16:creationId xmlns:a16="http://schemas.microsoft.com/office/drawing/2014/main" id="{61DEFEDA-2B0B-A8F4-EC8F-47E8001D9B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10609" y="31553"/>
            <a:ext cx="1720191" cy="1720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9732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2013 - 2022 Theme</Template>
  <TotalTime>726</TotalTime>
  <Words>660</Words>
  <Application>Microsoft Office PowerPoint</Application>
  <PresentationFormat>Custom</PresentationFormat>
  <Paragraphs>63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 Light</vt:lpstr>
      <vt:lpstr>Calibri</vt:lpstr>
      <vt:lpstr>Arial</vt:lpstr>
      <vt:lpstr>Times New Roman</vt:lpstr>
      <vt:lpstr>Times New Roman Bold</vt:lpstr>
      <vt:lpstr>TAN Nimbus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Name: Team Leader Name: Team Leader Mobile Number: Team Leader Email: No of Team Members: Institute Name</dc:title>
  <cp:lastModifiedBy>Mukesh Sai</cp:lastModifiedBy>
  <cp:revision>15</cp:revision>
  <dcterms:created xsi:type="dcterms:W3CDTF">2006-08-16T00:00:00Z</dcterms:created>
  <dcterms:modified xsi:type="dcterms:W3CDTF">2025-08-14T15:54:09Z</dcterms:modified>
  <dc:identifier>DAGkWXusNtk</dc:identifier>
</cp:coreProperties>
</file>